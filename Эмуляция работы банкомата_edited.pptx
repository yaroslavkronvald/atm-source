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84" cy="685799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32879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0" y="0"/>
                </a:moveTo>
                <a:lnTo>
                  <a:pt x="12191984" y="0"/>
                </a:lnTo>
              </a:path>
            </a:pathLst>
          </a:custGeom>
          <a:ln w="107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4" y="0"/>
            <a:ext cx="12093754" cy="480546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84" cy="685799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8984" y="1058092"/>
            <a:ext cx="4829810" cy="844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63062" y="1964191"/>
            <a:ext cx="5657850" cy="3330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84" cy="685799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8602" y="443123"/>
            <a:ext cx="5567748" cy="547230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049" rIns="0" bIns="0" rtlCol="0" vert="horz">
            <a:spAutoFit/>
          </a:bodyPr>
          <a:lstStyle/>
          <a:p>
            <a:pPr marL="12700" marR="5080">
              <a:lnSpc>
                <a:spcPct val="126299"/>
              </a:lnSpc>
              <a:spcBef>
                <a:spcPts val="95"/>
              </a:spcBef>
            </a:pPr>
            <a:r>
              <a:rPr dirty="0" spc="235"/>
              <a:t>Проект</a:t>
            </a:r>
            <a:r>
              <a:rPr dirty="0" spc="120"/>
              <a:t> </a:t>
            </a:r>
            <a:r>
              <a:rPr dirty="0" spc="210"/>
              <a:t>"Эмуляция</a:t>
            </a:r>
            <a:r>
              <a:rPr dirty="0" spc="125"/>
              <a:t> </a:t>
            </a:r>
            <a:r>
              <a:rPr dirty="0" spc="225"/>
              <a:t>работы банкомата"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828984" y="2205895"/>
            <a:ext cx="456311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4100"/>
              </a:lnSpc>
              <a:spcBef>
                <a:spcPts val="100"/>
              </a:spcBef>
            </a:pPr>
            <a:r>
              <a:rPr dirty="0" sz="1450" spc="155">
                <a:latin typeface="Trebuchet MS"/>
                <a:cs typeface="Trebuchet MS"/>
              </a:rPr>
              <a:t>В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110">
                <a:latin typeface="Trebuchet MS"/>
                <a:cs typeface="Trebuchet MS"/>
              </a:rPr>
              <a:t>этой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120">
                <a:latin typeface="Trebuchet MS"/>
                <a:cs typeface="Trebuchet MS"/>
              </a:rPr>
              <a:t>презентации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95">
                <a:latin typeface="Trebuchet MS"/>
                <a:cs typeface="Trebuchet MS"/>
              </a:rPr>
              <a:t>я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114">
                <a:latin typeface="Trebuchet MS"/>
                <a:cs typeface="Trebuchet MS"/>
              </a:rPr>
              <a:t>расскажу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100">
                <a:latin typeface="Trebuchet MS"/>
                <a:cs typeface="Trebuchet MS"/>
              </a:rPr>
              <a:t>о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70">
                <a:latin typeface="Trebuchet MS"/>
                <a:cs typeface="Trebuchet MS"/>
              </a:rPr>
              <a:t>том,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90">
                <a:latin typeface="Trebuchet MS"/>
                <a:cs typeface="Trebuchet MS"/>
              </a:rPr>
              <a:t>почему </a:t>
            </a:r>
            <a:r>
              <a:rPr dirty="0" sz="1450" spc="95">
                <a:latin typeface="Trebuchet MS"/>
                <a:cs typeface="Trebuchet MS"/>
              </a:rPr>
              <a:t>я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100">
                <a:latin typeface="Trebuchet MS"/>
                <a:cs typeface="Trebuchet MS"/>
              </a:rPr>
              <a:t>выбрал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105">
                <a:latin typeface="Trebuchet MS"/>
                <a:cs typeface="Trebuchet MS"/>
              </a:rPr>
              <a:t>именно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114">
                <a:latin typeface="Trebuchet MS"/>
                <a:cs typeface="Trebuchet MS"/>
              </a:rPr>
              <a:t>эту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80">
                <a:latin typeface="Trebuchet MS"/>
                <a:cs typeface="Trebuchet MS"/>
              </a:rPr>
              <a:t>тему,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125">
                <a:latin typeface="Trebuchet MS"/>
                <a:cs typeface="Trebuchet MS"/>
              </a:rPr>
              <a:t>актуальна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105">
                <a:latin typeface="Trebuchet MS"/>
                <a:cs typeface="Trebuchet MS"/>
              </a:rPr>
              <a:t>ли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114">
                <a:latin typeface="Trebuchet MS"/>
                <a:cs typeface="Trebuchet MS"/>
              </a:rPr>
              <a:t>она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45">
                <a:latin typeface="Trebuchet MS"/>
                <a:cs typeface="Trebuchet MS"/>
              </a:rPr>
              <a:t>в </a:t>
            </a:r>
            <a:r>
              <a:rPr dirty="0" sz="1450" spc="90">
                <a:latin typeface="Trebuchet MS"/>
                <a:cs typeface="Trebuchet MS"/>
              </a:rPr>
              <a:t>современном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60">
                <a:latin typeface="Trebuchet MS"/>
                <a:cs typeface="Trebuchet MS"/>
              </a:rPr>
              <a:t>мире.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105">
                <a:latin typeface="Trebuchet MS"/>
                <a:cs typeface="Trebuchet MS"/>
              </a:rPr>
              <a:t>Также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105">
                <a:latin typeface="Trebuchet MS"/>
                <a:cs typeface="Trebuchet MS"/>
              </a:rPr>
              <a:t>поговорим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50">
                <a:latin typeface="Trebuchet MS"/>
                <a:cs typeface="Trebuchet MS"/>
              </a:rPr>
              <a:t>о </a:t>
            </a:r>
            <a:r>
              <a:rPr dirty="0" sz="1450" spc="114">
                <a:latin typeface="Trebuchet MS"/>
                <a:cs typeface="Trebuchet MS"/>
              </a:rPr>
              <a:t>возможностях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110">
                <a:latin typeface="Trebuchet MS"/>
                <a:cs typeface="Trebuchet MS"/>
              </a:rPr>
              <a:t>улучшения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85">
                <a:latin typeface="Trebuchet MS"/>
                <a:cs typeface="Trebuchet MS"/>
              </a:rPr>
              <a:t>проекта.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685799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0" y="0"/>
                </a:moveTo>
                <a:lnTo>
                  <a:pt x="12191984" y="0"/>
                </a:lnTo>
              </a:path>
            </a:pathLst>
          </a:custGeom>
          <a:ln w="107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8662" y="1047383"/>
            <a:ext cx="3311845" cy="33118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8984" y="171844"/>
            <a:ext cx="4881245" cy="31813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240"/>
              <a:t>Почему</a:t>
            </a:r>
            <a:r>
              <a:rPr dirty="0" spc="100"/>
              <a:t> </a:t>
            </a:r>
            <a:r>
              <a:rPr dirty="0" spc="170"/>
              <a:t>я</a:t>
            </a:r>
            <a:r>
              <a:rPr dirty="0" spc="105"/>
              <a:t> </a:t>
            </a:r>
            <a:r>
              <a:rPr dirty="0" spc="245"/>
              <a:t>выбрал</a:t>
            </a:r>
            <a:r>
              <a:rPr dirty="0" spc="100"/>
              <a:t> </a:t>
            </a:r>
            <a:r>
              <a:rPr dirty="0" spc="204"/>
              <a:t>именно</a:t>
            </a:r>
            <a:r>
              <a:rPr dirty="0" spc="100"/>
              <a:t> </a:t>
            </a:r>
            <a:r>
              <a:rPr dirty="0" spc="175"/>
              <a:t>эту</a:t>
            </a:r>
            <a:r>
              <a:rPr dirty="0" spc="105"/>
              <a:t> </a:t>
            </a:r>
            <a:r>
              <a:rPr dirty="0" spc="175"/>
              <a:t>тему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28984" y="998930"/>
            <a:ext cx="3382010" cy="26543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81610">
              <a:lnSpc>
                <a:spcPct val="127800"/>
              </a:lnSpc>
              <a:spcBef>
                <a:spcPts val="90"/>
              </a:spcBef>
            </a:pPr>
            <a:r>
              <a:rPr dirty="0" sz="1350" spc="140">
                <a:latin typeface="Trebuchet MS"/>
                <a:cs typeface="Trebuchet MS"/>
              </a:rPr>
              <a:t>Выбор</a:t>
            </a:r>
            <a:r>
              <a:rPr dirty="0" sz="1350" spc="35">
                <a:latin typeface="Trebuchet MS"/>
                <a:cs typeface="Trebuchet MS"/>
              </a:rPr>
              <a:t> </a:t>
            </a:r>
            <a:r>
              <a:rPr dirty="0" sz="1350" spc="125">
                <a:latin typeface="Trebuchet MS"/>
                <a:cs typeface="Trebuchet MS"/>
              </a:rPr>
              <a:t>этой</a:t>
            </a:r>
            <a:r>
              <a:rPr dirty="0" sz="1350" spc="35">
                <a:latin typeface="Trebuchet MS"/>
                <a:cs typeface="Trebuchet MS"/>
              </a:rPr>
              <a:t> </a:t>
            </a:r>
            <a:r>
              <a:rPr dirty="0" sz="1350" spc="140">
                <a:latin typeface="Trebuchet MS"/>
                <a:cs typeface="Trebuchet MS"/>
              </a:rPr>
              <a:t>темы</a:t>
            </a:r>
            <a:r>
              <a:rPr dirty="0" sz="1350" spc="40">
                <a:latin typeface="Trebuchet MS"/>
                <a:cs typeface="Trebuchet MS"/>
              </a:rPr>
              <a:t> </a:t>
            </a:r>
            <a:r>
              <a:rPr dirty="0" sz="1350" spc="114">
                <a:latin typeface="Trebuchet MS"/>
                <a:cs typeface="Trebuchet MS"/>
              </a:rPr>
              <a:t>обусловлен</a:t>
            </a:r>
            <a:r>
              <a:rPr dirty="0" sz="1350" spc="35">
                <a:latin typeface="Trebuchet MS"/>
                <a:cs typeface="Trebuchet MS"/>
              </a:rPr>
              <a:t> </a:t>
            </a:r>
            <a:r>
              <a:rPr dirty="0" sz="1350" spc="60">
                <a:latin typeface="Trebuchet MS"/>
                <a:cs typeface="Trebuchet MS"/>
              </a:rPr>
              <a:t>тем, </a:t>
            </a:r>
            <a:r>
              <a:rPr dirty="0" sz="1350" spc="135">
                <a:latin typeface="Trebuchet MS"/>
                <a:cs typeface="Trebuchet MS"/>
              </a:rPr>
              <a:t>что</a:t>
            </a:r>
            <a:r>
              <a:rPr dirty="0" sz="1350" spc="45">
                <a:latin typeface="Trebuchet MS"/>
                <a:cs typeface="Trebuchet MS"/>
              </a:rPr>
              <a:t> </a:t>
            </a:r>
            <a:r>
              <a:rPr dirty="0" sz="1350" spc="135">
                <a:latin typeface="Trebuchet MS"/>
                <a:cs typeface="Trebuchet MS"/>
              </a:rPr>
              <a:t>финансы</a:t>
            </a:r>
            <a:r>
              <a:rPr dirty="0" sz="1350" spc="45">
                <a:latin typeface="Trebuchet MS"/>
                <a:cs typeface="Trebuchet MS"/>
              </a:rPr>
              <a:t> </a:t>
            </a:r>
            <a:r>
              <a:rPr dirty="0" sz="1350" spc="114">
                <a:latin typeface="Trebuchet MS"/>
                <a:cs typeface="Trebuchet MS"/>
              </a:rPr>
              <a:t>и</a:t>
            </a:r>
            <a:r>
              <a:rPr dirty="0" sz="1350" spc="45">
                <a:latin typeface="Trebuchet MS"/>
                <a:cs typeface="Trebuchet MS"/>
              </a:rPr>
              <a:t> </a:t>
            </a:r>
            <a:r>
              <a:rPr dirty="0" sz="1350" spc="114">
                <a:latin typeface="Trebuchet MS"/>
                <a:cs typeface="Trebuchet MS"/>
              </a:rPr>
              <a:t>финансовые</a:t>
            </a:r>
            <a:r>
              <a:rPr dirty="0" sz="1350" spc="45">
                <a:latin typeface="Trebuchet MS"/>
                <a:cs typeface="Trebuchet MS"/>
              </a:rPr>
              <a:t> </a:t>
            </a:r>
            <a:r>
              <a:rPr dirty="0" sz="1350" spc="-25">
                <a:latin typeface="Trebuchet MS"/>
                <a:cs typeface="Trebuchet MS"/>
              </a:rPr>
              <a:t>IT- </a:t>
            </a:r>
            <a:r>
              <a:rPr dirty="0" sz="1350" spc="125">
                <a:latin typeface="Trebuchet MS"/>
                <a:cs typeface="Trebuchet MS"/>
              </a:rPr>
              <a:t>технологии</a:t>
            </a:r>
            <a:r>
              <a:rPr dirty="0" sz="1350" spc="50">
                <a:latin typeface="Trebuchet MS"/>
                <a:cs typeface="Trebuchet MS"/>
              </a:rPr>
              <a:t> </a:t>
            </a:r>
            <a:r>
              <a:rPr dirty="0" sz="1350" spc="150">
                <a:latin typeface="Trebuchet MS"/>
                <a:cs typeface="Trebuchet MS"/>
              </a:rPr>
              <a:t>играют</a:t>
            </a:r>
            <a:r>
              <a:rPr dirty="0" sz="1350" spc="50">
                <a:latin typeface="Trebuchet MS"/>
                <a:cs typeface="Trebuchet MS"/>
              </a:rPr>
              <a:t> </a:t>
            </a:r>
            <a:r>
              <a:rPr dirty="0" sz="1350" spc="145">
                <a:latin typeface="Trebuchet MS"/>
                <a:cs typeface="Trebuchet MS"/>
              </a:rPr>
              <a:t>одну</a:t>
            </a:r>
            <a:r>
              <a:rPr dirty="0" sz="1350" spc="50">
                <a:latin typeface="Trebuchet MS"/>
                <a:cs typeface="Trebuchet MS"/>
              </a:rPr>
              <a:t> </a:t>
            </a:r>
            <a:r>
              <a:rPr dirty="0" sz="1350" spc="90">
                <a:latin typeface="Trebuchet MS"/>
                <a:cs typeface="Trebuchet MS"/>
              </a:rPr>
              <a:t>из </a:t>
            </a:r>
            <a:r>
              <a:rPr dirty="0" sz="1350" spc="120">
                <a:latin typeface="Trebuchet MS"/>
                <a:cs typeface="Trebuchet MS"/>
              </a:rPr>
              <a:t>наиболее</a:t>
            </a:r>
            <a:r>
              <a:rPr dirty="0" sz="1350" spc="40">
                <a:latin typeface="Trebuchet MS"/>
                <a:cs typeface="Trebuchet MS"/>
              </a:rPr>
              <a:t> </a:t>
            </a:r>
            <a:r>
              <a:rPr dirty="0" sz="1350" spc="155">
                <a:latin typeface="Trebuchet MS"/>
                <a:cs typeface="Trebuchet MS"/>
              </a:rPr>
              <a:t>важных</a:t>
            </a:r>
            <a:r>
              <a:rPr dirty="0" sz="1350" spc="45">
                <a:latin typeface="Trebuchet MS"/>
                <a:cs typeface="Trebuchet MS"/>
              </a:rPr>
              <a:t> </a:t>
            </a:r>
            <a:r>
              <a:rPr dirty="0" sz="1350" spc="110">
                <a:latin typeface="Trebuchet MS"/>
                <a:cs typeface="Trebuchet MS"/>
              </a:rPr>
              <a:t>ролей</a:t>
            </a:r>
            <a:r>
              <a:rPr dirty="0" sz="1350" spc="45">
                <a:latin typeface="Trebuchet MS"/>
                <a:cs typeface="Trebuchet MS"/>
              </a:rPr>
              <a:t> </a:t>
            </a:r>
            <a:r>
              <a:rPr dirty="0" sz="1350" spc="60">
                <a:latin typeface="Trebuchet MS"/>
                <a:cs typeface="Trebuchet MS"/>
              </a:rPr>
              <a:t>в </a:t>
            </a:r>
            <a:r>
              <a:rPr dirty="0" sz="1350" spc="120">
                <a:latin typeface="Trebuchet MS"/>
                <a:cs typeface="Trebuchet MS"/>
              </a:rPr>
              <a:t>повседневной</a:t>
            </a:r>
            <a:r>
              <a:rPr dirty="0" sz="1350" spc="65">
                <a:latin typeface="Trebuchet MS"/>
                <a:cs typeface="Trebuchet MS"/>
              </a:rPr>
              <a:t> </a:t>
            </a:r>
            <a:r>
              <a:rPr dirty="0" sz="1350" spc="145">
                <a:latin typeface="Trebuchet MS"/>
                <a:cs typeface="Trebuchet MS"/>
              </a:rPr>
              <a:t>жизни</a:t>
            </a:r>
            <a:r>
              <a:rPr dirty="0" sz="1350" spc="65">
                <a:latin typeface="Trebuchet MS"/>
                <a:cs typeface="Trebuchet MS"/>
              </a:rPr>
              <a:t> </a:t>
            </a:r>
            <a:r>
              <a:rPr dirty="0" sz="1350" spc="95">
                <a:latin typeface="Trebuchet MS"/>
                <a:cs typeface="Trebuchet MS"/>
              </a:rPr>
              <a:t>людей.</a:t>
            </a:r>
            <a:endParaRPr sz="1350">
              <a:latin typeface="Trebuchet MS"/>
              <a:cs typeface="Trebuchet MS"/>
            </a:endParaRPr>
          </a:p>
          <a:p>
            <a:pPr marL="12700" marR="5080">
              <a:lnSpc>
                <a:spcPct val="127800"/>
              </a:lnSpc>
            </a:pPr>
            <a:r>
              <a:rPr dirty="0" sz="1350" spc="145">
                <a:latin typeface="Trebuchet MS"/>
                <a:cs typeface="Trebuchet MS"/>
              </a:rPr>
              <a:t>Большая</a:t>
            </a:r>
            <a:r>
              <a:rPr dirty="0" sz="1350" spc="35">
                <a:latin typeface="Trebuchet MS"/>
                <a:cs typeface="Trebuchet MS"/>
              </a:rPr>
              <a:t> </a:t>
            </a:r>
            <a:r>
              <a:rPr dirty="0" sz="1350" spc="120">
                <a:latin typeface="Trebuchet MS"/>
                <a:cs typeface="Trebuchet MS"/>
              </a:rPr>
              <a:t>часть</a:t>
            </a:r>
            <a:r>
              <a:rPr dirty="0" sz="1350" spc="40">
                <a:latin typeface="Trebuchet MS"/>
                <a:cs typeface="Trebuchet MS"/>
              </a:rPr>
              <a:t> </a:t>
            </a:r>
            <a:r>
              <a:rPr dirty="0" sz="1350" spc="120">
                <a:latin typeface="Trebuchet MS"/>
                <a:cs typeface="Trebuchet MS"/>
              </a:rPr>
              <a:t>экономики</a:t>
            </a:r>
            <a:r>
              <a:rPr dirty="0" sz="1350" spc="40">
                <a:latin typeface="Trebuchet MS"/>
                <a:cs typeface="Trebuchet MS"/>
              </a:rPr>
              <a:t> </a:t>
            </a:r>
            <a:r>
              <a:rPr dirty="0" sz="1350" spc="95">
                <a:latin typeface="Trebuchet MS"/>
                <a:cs typeface="Trebuchet MS"/>
              </a:rPr>
              <a:t>сейчас </a:t>
            </a:r>
            <a:r>
              <a:rPr dirty="0" sz="1350" spc="135">
                <a:latin typeface="Trebuchet MS"/>
                <a:cs typeface="Trebuchet MS"/>
              </a:rPr>
              <a:t>завязана</a:t>
            </a:r>
            <a:r>
              <a:rPr dirty="0" sz="1350" spc="45">
                <a:latin typeface="Trebuchet MS"/>
                <a:cs typeface="Trebuchet MS"/>
              </a:rPr>
              <a:t> </a:t>
            </a:r>
            <a:r>
              <a:rPr dirty="0" sz="1350" spc="150">
                <a:latin typeface="Trebuchet MS"/>
                <a:cs typeface="Trebuchet MS"/>
              </a:rPr>
              <a:t>на</a:t>
            </a:r>
            <a:r>
              <a:rPr dirty="0" sz="1350" spc="50">
                <a:latin typeface="Trebuchet MS"/>
                <a:cs typeface="Trebuchet MS"/>
              </a:rPr>
              <a:t> </a:t>
            </a:r>
            <a:r>
              <a:rPr dirty="0" sz="1350" spc="125">
                <a:latin typeface="Trebuchet MS"/>
                <a:cs typeface="Trebuchet MS"/>
              </a:rPr>
              <a:t>электронные</a:t>
            </a:r>
            <a:r>
              <a:rPr dirty="0" sz="1350" spc="45">
                <a:latin typeface="Trebuchet MS"/>
                <a:cs typeface="Trebuchet MS"/>
              </a:rPr>
              <a:t> </a:t>
            </a:r>
            <a:r>
              <a:rPr dirty="0" sz="1350" spc="100">
                <a:latin typeface="Trebuchet MS"/>
                <a:cs typeface="Trebuchet MS"/>
              </a:rPr>
              <a:t>деньги.</a:t>
            </a:r>
            <a:r>
              <a:rPr dirty="0" sz="1350" spc="50">
                <a:latin typeface="Trebuchet MS"/>
                <a:cs typeface="Trebuchet MS"/>
              </a:rPr>
              <a:t> </a:t>
            </a:r>
            <a:r>
              <a:rPr dirty="0" sz="1350" spc="90">
                <a:latin typeface="Trebuchet MS"/>
                <a:cs typeface="Trebuchet MS"/>
              </a:rPr>
              <a:t>А </a:t>
            </a:r>
            <a:r>
              <a:rPr dirty="0" sz="1350" spc="125">
                <a:latin typeface="Trebuchet MS"/>
                <a:cs typeface="Trebuchet MS"/>
              </a:rPr>
              <a:t>посредниками</a:t>
            </a:r>
            <a:r>
              <a:rPr dirty="0" sz="1350" spc="50">
                <a:latin typeface="Trebuchet MS"/>
                <a:cs typeface="Trebuchet MS"/>
              </a:rPr>
              <a:t> </a:t>
            </a:r>
            <a:r>
              <a:rPr dirty="0" sz="1350" spc="155">
                <a:latin typeface="Trebuchet MS"/>
                <a:cs typeface="Trebuchet MS"/>
              </a:rPr>
              <a:t>между</a:t>
            </a:r>
            <a:r>
              <a:rPr dirty="0" sz="1350" spc="55">
                <a:latin typeface="Trebuchet MS"/>
                <a:cs typeface="Trebuchet MS"/>
              </a:rPr>
              <a:t> </a:t>
            </a:r>
            <a:r>
              <a:rPr dirty="0" sz="1350" spc="110">
                <a:latin typeface="Trebuchet MS"/>
                <a:cs typeface="Trebuchet MS"/>
              </a:rPr>
              <a:t>физической</a:t>
            </a:r>
            <a:r>
              <a:rPr dirty="0" sz="1350" spc="50">
                <a:latin typeface="Trebuchet MS"/>
                <a:cs typeface="Trebuchet MS"/>
              </a:rPr>
              <a:t> </a:t>
            </a:r>
            <a:r>
              <a:rPr dirty="0" sz="1350" spc="65">
                <a:latin typeface="Trebuchet MS"/>
                <a:cs typeface="Trebuchet MS"/>
              </a:rPr>
              <a:t>и </a:t>
            </a:r>
            <a:r>
              <a:rPr dirty="0" sz="1350" spc="120">
                <a:latin typeface="Trebuchet MS"/>
                <a:cs typeface="Trebuchet MS"/>
              </a:rPr>
              <a:t>цифровой</a:t>
            </a:r>
            <a:r>
              <a:rPr dirty="0" sz="1350" spc="70">
                <a:latin typeface="Trebuchet MS"/>
                <a:cs typeface="Trebuchet MS"/>
              </a:rPr>
              <a:t> </a:t>
            </a:r>
            <a:r>
              <a:rPr dirty="0" sz="1350" spc="114">
                <a:latin typeface="Trebuchet MS"/>
                <a:cs typeface="Trebuchet MS"/>
              </a:rPr>
              <a:t>экономикой</a:t>
            </a:r>
            <a:r>
              <a:rPr dirty="0" sz="1350" spc="70">
                <a:latin typeface="Trebuchet MS"/>
                <a:cs typeface="Trebuchet MS"/>
              </a:rPr>
              <a:t> </a:t>
            </a:r>
            <a:r>
              <a:rPr dirty="0" sz="1350" spc="110">
                <a:latin typeface="Trebuchet MS"/>
                <a:cs typeface="Trebuchet MS"/>
              </a:rPr>
              <a:t>являются </a:t>
            </a:r>
            <a:r>
              <a:rPr dirty="0" sz="1350" spc="120">
                <a:latin typeface="Trebuchet MS"/>
                <a:cs typeface="Trebuchet MS"/>
              </a:rPr>
              <a:t>именно</a:t>
            </a:r>
            <a:r>
              <a:rPr dirty="0" sz="1350" spc="55">
                <a:latin typeface="Trebuchet MS"/>
                <a:cs typeface="Trebuchet MS"/>
              </a:rPr>
              <a:t> </a:t>
            </a:r>
            <a:r>
              <a:rPr dirty="0" sz="1350" spc="110">
                <a:latin typeface="Trebuchet MS"/>
                <a:cs typeface="Trebuchet MS"/>
              </a:rPr>
              <a:t>банкоматы.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321805" y="998930"/>
            <a:ext cx="3355975" cy="18656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7800"/>
              </a:lnSpc>
              <a:spcBef>
                <a:spcPts val="90"/>
              </a:spcBef>
            </a:pPr>
            <a:r>
              <a:rPr dirty="0" sz="1350" spc="125">
                <a:latin typeface="Trebuchet MS"/>
                <a:cs typeface="Trebuchet MS"/>
              </a:rPr>
              <a:t>Интерес</a:t>
            </a:r>
            <a:r>
              <a:rPr dirty="0" sz="1350" spc="40">
                <a:latin typeface="Trebuchet MS"/>
                <a:cs typeface="Trebuchet MS"/>
              </a:rPr>
              <a:t> </a:t>
            </a:r>
            <a:r>
              <a:rPr dirty="0" sz="1350" spc="130">
                <a:latin typeface="Trebuchet MS"/>
                <a:cs typeface="Trebuchet MS"/>
              </a:rPr>
              <a:t>к</a:t>
            </a:r>
            <a:r>
              <a:rPr dirty="0" sz="1350" spc="35">
                <a:latin typeface="Trebuchet MS"/>
                <a:cs typeface="Trebuchet MS"/>
              </a:rPr>
              <a:t> </a:t>
            </a:r>
            <a:r>
              <a:rPr dirty="0" sz="1350" spc="125">
                <a:latin typeface="Trebuchet MS"/>
                <a:cs typeface="Trebuchet MS"/>
              </a:rPr>
              <a:t>изучению</a:t>
            </a:r>
            <a:r>
              <a:rPr dirty="0" sz="1350" spc="40">
                <a:latin typeface="Trebuchet MS"/>
                <a:cs typeface="Trebuchet MS"/>
              </a:rPr>
              <a:t> </a:t>
            </a:r>
            <a:r>
              <a:rPr dirty="0" sz="1350" spc="105">
                <a:latin typeface="Trebuchet MS"/>
                <a:cs typeface="Trebuchet MS"/>
              </a:rPr>
              <a:t>механизмов </a:t>
            </a:r>
            <a:r>
              <a:rPr dirty="0" sz="1350" spc="140">
                <a:latin typeface="Trebuchet MS"/>
                <a:cs typeface="Trebuchet MS"/>
              </a:rPr>
              <a:t>работы</a:t>
            </a:r>
            <a:r>
              <a:rPr dirty="0" sz="1350" spc="35">
                <a:latin typeface="Trebuchet MS"/>
                <a:cs typeface="Trebuchet MS"/>
              </a:rPr>
              <a:t> </a:t>
            </a:r>
            <a:r>
              <a:rPr dirty="0" sz="1350" spc="135">
                <a:latin typeface="Trebuchet MS"/>
                <a:cs typeface="Trebuchet MS"/>
              </a:rPr>
              <a:t>ATM</a:t>
            </a:r>
            <a:r>
              <a:rPr dirty="0" sz="1350" spc="40">
                <a:latin typeface="Trebuchet MS"/>
                <a:cs typeface="Trebuchet MS"/>
              </a:rPr>
              <a:t> </a:t>
            </a:r>
            <a:r>
              <a:rPr dirty="0" sz="1350" spc="55">
                <a:latin typeface="Trebuchet MS"/>
                <a:cs typeface="Trebuchet MS"/>
              </a:rPr>
              <a:t>(с</a:t>
            </a:r>
            <a:r>
              <a:rPr dirty="0" sz="1350" spc="40">
                <a:latin typeface="Trebuchet MS"/>
                <a:cs typeface="Trebuchet MS"/>
              </a:rPr>
              <a:t> </a:t>
            </a:r>
            <a:r>
              <a:rPr dirty="0" sz="1350" spc="125">
                <a:latin typeface="Trebuchet MS"/>
                <a:cs typeface="Trebuchet MS"/>
              </a:rPr>
              <a:t>английского</a:t>
            </a:r>
            <a:r>
              <a:rPr dirty="0" sz="1350" spc="35">
                <a:latin typeface="Trebuchet MS"/>
                <a:cs typeface="Trebuchet MS"/>
              </a:rPr>
              <a:t> </a:t>
            </a:r>
            <a:r>
              <a:rPr dirty="0" sz="1350" spc="-50">
                <a:latin typeface="Trebuchet MS"/>
                <a:cs typeface="Trebuchet MS"/>
              </a:rPr>
              <a:t>- </a:t>
            </a:r>
            <a:r>
              <a:rPr dirty="0" sz="1350" spc="125">
                <a:latin typeface="Trebuchet MS"/>
                <a:cs typeface="Trebuchet MS"/>
              </a:rPr>
              <a:t>автоматический</a:t>
            </a:r>
            <a:r>
              <a:rPr dirty="0" sz="1350" spc="70">
                <a:latin typeface="Trebuchet MS"/>
                <a:cs typeface="Trebuchet MS"/>
              </a:rPr>
              <a:t> </a:t>
            </a:r>
            <a:r>
              <a:rPr dirty="0" sz="1350" spc="114">
                <a:latin typeface="Trebuchet MS"/>
                <a:cs typeface="Trebuchet MS"/>
              </a:rPr>
              <a:t>кассовый</a:t>
            </a:r>
            <a:r>
              <a:rPr dirty="0" sz="1350" spc="75">
                <a:latin typeface="Trebuchet MS"/>
                <a:cs typeface="Trebuchet MS"/>
              </a:rPr>
              <a:t> </a:t>
            </a:r>
            <a:r>
              <a:rPr dirty="0" sz="1350" spc="125">
                <a:latin typeface="Trebuchet MS"/>
                <a:cs typeface="Trebuchet MS"/>
              </a:rPr>
              <a:t>аппарат) </a:t>
            </a:r>
            <a:r>
              <a:rPr dirty="0" sz="1350" spc="135">
                <a:latin typeface="Trebuchet MS"/>
                <a:cs typeface="Trebuchet MS"/>
              </a:rPr>
              <a:t>у</a:t>
            </a:r>
            <a:r>
              <a:rPr dirty="0" sz="1350" spc="35">
                <a:latin typeface="Trebuchet MS"/>
                <a:cs typeface="Trebuchet MS"/>
              </a:rPr>
              <a:t> </a:t>
            </a:r>
            <a:r>
              <a:rPr dirty="0" sz="1350" spc="114">
                <a:latin typeface="Trebuchet MS"/>
                <a:cs typeface="Trebuchet MS"/>
              </a:rPr>
              <a:t>меня</a:t>
            </a:r>
            <a:r>
              <a:rPr dirty="0" sz="1350" spc="35">
                <a:latin typeface="Trebuchet MS"/>
                <a:cs typeface="Trebuchet MS"/>
              </a:rPr>
              <a:t> </a:t>
            </a:r>
            <a:r>
              <a:rPr dirty="0" sz="1350" spc="120">
                <a:latin typeface="Trebuchet MS"/>
                <a:cs typeface="Trebuchet MS"/>
              </a:rPr>
              <a:t>возник</a:t>
            </a:r>
            <a:r>
              <a:rPr dirty="0" sz="1350" spc="35">
                <a:latin typeface="Trebuchet MS"/>
                <a:cs typeface="Trebuchet MS"/>
              </a:rPr>
              <a:t> </a:t>
            </a:r>
            <a:r>
              <a:rPr dirty="0" sz="1350" spc="110">
                <a:latin typeface="Trebuchet MS"/>
                <a:cs typeface="Trebuchet MS"/>
              </a:rPr>
              <a:t>потому,</a:t>
            </a:r>
            <a:r>
              <a:rPr dirty="0" sz="1350" spc="35">
                <a:latin typeface="Trebuchet MS"/>
                <a:cs typeface="Trebuchet MS"/>
              </a:rPr>
              <a:t> </a:t>
            </a:r>
            <a:r>
              <a:rPr dirty="0" sz="1350" spc="135">
                <a:latin typeface="Trebuchet MS"/>
                <a:cs typeface="Trebuchet MS"/>
              </a:rPr>
              <a:t>что</a:t>
            </a:r>
            <a:r>
              <a:rPr dirty="0" sz="1350" spc="40">
                <a:latin typeface="Trebuchet MS"/>
                <a:cs typeface="Trebuchet MS"/>
              </a:rPr>
              <a:t> </a:t>
            </a:r>
            <a:r>
              <a:rPr dirty="0" sz="1350" spc="110">
                <a:latin typeface="Trebuchet MS"/>
                <a:cs typeface="Trebuchet MS"/>
              </a:rPr>
              <a:t>я</a:t>
            </a:r>
            <a:r>
              <a:rPr dirty="0" sz="1350" spc="35">
                <a:latin typeface="Trebuchet MS"/>
                <a:cs typeface="Trebuchet MS"/>
              </a:rPr>
              <a:t> </a:t>
            </a:r>
            <a:r>
              <a:rPr dirty="0" sz="1350" spc="95">
                <a:latin typeface="Trebuchet MS"/>
                <a:cs typeface="Trebuchet MS"/>
              </a:rPr>
              <a:t>хочу </a:t>
            </a:r>
            <a:r>
              <a:rPr dirty="0" sz="1350" spc="135">
                <a:latin typeface="Trebuchet MS"/>
                <a:cs typeface="Trebuchet MS"/>
              </a:rPr>
              <a:t>лучше</a:t>
            </a:r>
            <a:r>
              <a:rPr dirty="0" sz="1350" spc="40">
                <a:latin typeface="Trebuchet MS"/>
                <a:cs typeface="Trebuchet MS"/>
              </a:rPr>
              <a:t> </a:t>
            </a:r>
            <a:r>
              <a:rPr dirty="0" sz="1350" spc="135">
                <a:latin typeface="Trebuchet MS"/>
                <a:cs typeface="Trebuchet MS"/>
              </a:rPr>
              <a:t>понять</a:t>
            </a:r>
            <a:r>
              <a:rPr dirty="0" sz="1350" spc="40">
                <a:latin typeface="Trebuchet MS"/>
                <a:cs typeface="Trebuchet MS"/>
              </a:rPr>
              <a:t> </a:t>
            </a:r>
            <a:r>
              <a:rPr dirty="0" sz="1350" spc="145">
                <a:latin typeface="Trebuchet MS"/>
                <a:cs typeface="Trebuchet MS"/>
              </a:rPr>
              <a:t>принципы</a:t>
            </a:r>
            <a:r>
              <a:rPr dirty="0" sz="1350" spc="40">
                <a:latin typeface="Trebuchet MS"/>
                <a:cs typeface="Trebuchet MS"/>
              </a:rPr>
              <a:t> </a:t>
            </a:r>
            <a:r>
              <a:rPr dirty="0" sz="1350" spc="120">
                <a:latin typeface="Trebuchet MS"/>
                <a:cs typeface="Trebuchet MS"/>
              </a:rPr>
              <a:t>их</a:t>
            </a:r>
            <a:r>
              <a:rPr dirty="0" sz="1350" spc="40">
                <a:latin typeface="Trebuchet MS"/>
                <a:cs typeface="Trebuchet MS"/>
              </a:rPr>
              <a:t> </a:t>
            </a:r>
            <a:r>
              <a:rPr dirty="0" sz="1350" spc="130">
                <a:latin typeface="Trebuchet MS"/>
                <a:cs typeface="Trebuchet MS"/>
              </a:rPr>
              <a:t>работы </a:t>
            </a:r>
            <a:r>
              <a:rPr dirty="0" sz="1350" spc="114">
                <a:latin typeface="Trebuchet MS"/>
                <a:cs typeface="Trebuchet MS"/>
              </a:rPr>
              <a:t>и</a:t>
            </a:r>
            <a:r>
              <a:rPr dirty="0" sz="1350" spc="50">
                <a:latin typeface="Trebuchet MS"/>
                <a:cs typeface="Trebuchet MS"/>
              </a:rPr>
              <a:t> </a:t>
            </a:r>
            <a:r>
              <a:rPr dirty="0" sz="1350" spc="150">
                <a:latin typeface="Trebuchet MS"/>
                <a:cs typeface="Trebuchet MS"/>
              </a:rPr>
              <a:t>пути</a:t>
            </a:r>
            <a:r>
              <a:rPr dirty="0" sz="1350" spc="50">
                <a:latin typeface="Trebuchet MS"/>
                <a:cs typeface="Trebuchet MS"/>
              </a:rPr>
              <a:t> </a:t>
            </a:r>
            <a:r>
              <a:rPr dirty="0" sz="1350" spc="125">
                <a:latin typeface="Trebuchet MS"/>
                <a:cs typeface="Trebuchet MS"/>
              </a:rPr>
              <a:t>расширения</a:t>
            </a:r>
            <a:r>
              <a:rPr dirty="0" sz="1350" spc="55">
                <a:latin typeface="Trebuchet MS"/>
                <a:cs typeface="Trebuchet MS"/>
              </a:rPr>
              <a:t> </a:t>
            </a:r>
            <a:r>
              <a:rPr dirty="0" sz="1350" spc="95">
                <a:latin typeface="Trebuchet MS"/>
                <a:cs typeface="Trebuchet MS"/>
              </a:rPr>
              <a:t>их </a:t>
            </a:r>
            <a:r>
              <a:rPr dirty="0" sz="1350" spc="110">
                <a:latin typeface="Trebuchet MS"/>
                <a:cs typeface="Trebuchet MS"/>
              </a:rPr>
              <a:t>функциональности.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685799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0" y="0"/>
                </a:moveTo>
                <a:lnTo>
                  <a:pt x="12191984" y="0"/>
                </a:lnTo>
              </a:path>
            </a:pathLst>
          </a:custGeom>
          <a:ln w="107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3243" y="413548"/>
            <a:ext cx="5601335" cy="31813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240"/>
              <a:t>Почему</a:t>
            </a:r>
            <a:r>
              <a:rPr dirty="0" spc="110"/>
              <a:t> </a:t>
            </a:r>
            <a:r>
              <a:rPr dirty="0" spc="180"/>
              <a:t>это</a:t>
            </a:r>
            <a:r>
              <a:rPr dirty="0" spc="110"/>
              <a:t> </a:t>
            </a:r>
            <a:r>
              <a:rPr dirty="0" spc="260"/>
              <a:t>важно</a:t>
            </a:r>
            <a:r>
              <a:rPr dirty="0" spc="114"/>
              <a:t> </a:t>
            </a:r>
            <a:r>
              <a:rPr dirty="0" spc="175"/>
              <a:t>в</a:t>
            </a:r>
            <a:r>
              <a:rPr dirty="0" spc="110"/>
              <a:t> </a:t>
            </a:r>
            <a:r>
              <a:rPr dirty="0" spc="195"/>
              <a:t>современном</a:t>
            </a:r>
            <a:r>
              <a:rPr dirty="0" spc="114"/>
              <a:t> </a:t>
            </a:r>
            <a:r>
              <a:rPr dirty="0" spc="185"/>
              <a:t>мире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33243" y="1561351"/>
            <a:ext cx="3917315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4100"/>
              </a:lnSpc>
              <a:spcBef>
                <a:spcPts val="100"/>
              </a:spcBef>
            </a:pPr>
            <a:r>
              <a:rPr dirty="0" sz="1450" spc="155">
                <a:latin typeface="Trebuchet MS"/>
                <a:cs typeface="Trebuchet MS"/>
              </a:rPr>
              <a:t>В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90">
                <a:latin typeface="Trebuchet MS"/>
                <a:cs typeface="Trebuchet MS"/>
              </a:rPr>
              <a:t>современном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95">
                <a:latin typeface="Trebuchet MS"/>
                <a:cs typeface="Trebuchet MS"/>
              </a:rPr>
              <a:t>мире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110">
                <a:latin typeface="Trebuchet MS"/>
                <a:cs typeface="Trebuchet MS"/>
              </a:rPr>
              <a:t>эмуляция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105">
                <a:latin typeface="Trebuchet MS"/>
                <a:cs typeface="Trebuchet MS"/>
              </a:rPr>
              <a:t>работы </a:t>
            </a:r>
            <a:r>
              <a:rPr dirty="0" sz="1450" spc="114">
                <a:latin typeface="Trebuchet MS"/>
                <a:cs typeface="Trebuchet MS"/>
              </a:rPr>
              <a:t>банкомата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114">
                <a:latin typeface="Trebuchet MS"/>
                <a:cs typeface="Trebuchet MS"/>
              </a:rPr>
              <a:t>играет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114">
                <a:latin typeface="Trebuchet MS"/>
                <a:cs typeface="Trebuchet MS"/>
              </a:rPr>
              <a:t>ключевую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95">
                <a:latin typeface="Trebuchet MS"/>
                <a:cs typeface="Trebuchet MS"/>
              </a:rPr>
              <a:t>роль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45">
                <a:latin typeface="Trebuchet MS"/>
                <a:cs typeface="Trebuchet MS"/>
              </a:rPr>
              <a:t>в </a:t>
            </a:r>
            <a:r>
              <a:rPr dirty="0" sz="1450" spc="100">
                <a:latin typeface="Trebuchet MS"/>
                <a:cs typeface="Trebuchet MS"/>
              </a:rPr>
              <a:t>обеспечении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90">
                <a:latin typeface="Trebuchet MS"/>
                <a:cs typeface="Trebuchet MS"/>
              </a:rPr>
              <a:t>бесперебойности </a:t>
            </a:r>
            <a:r>
              <a:rPr dirty="0" sz="1450" spc="105">
                <a:latin typeface="Trebuchet MS"/>
                <a:cs typeface="Trebuchet MS"/>
              </a:rPr>
              <a:t>финансовых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95">
                <a:latin typeface="Trebuchet MS"/>
                <a:cs typeface="Trebuchet MS"/>
              </a:rPr>
              <a:t>операций,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100">
                <a:latin typeface="Trebuchet MS"/>
                <a:cs typeface="Trebuchet MS"/>
              </a:rPr>
              <a:t>особенно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45">
                <a:latin typeface="Trebuchet MS"/>
                <a:cs typeface="Trebuchet MS"/>
              </a:rPr>
              <a:t>в </a:t>
            </a:r>
            <a:r>
              <a:rPr dirty="0" sz="1450" spc="95">
                <a:latin typeface="Trebuchet MS"/>
                <a:cs typeface="Trebuchet MS"/>
              </a:rPr>
              <a:t>условиях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110">
                <a:latin typeface="Trebuchet MS"/>
                <a:cs typeface="Trebuchet MS"/>
              </a:rPr>
              <a:t>роста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114">
                <a:latin typeface="Trebuchet MS"/>
                <a:cs typeface="Trebuchet MS"/>
              </a:rPr>
              <a:t>цифровых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110">
                <a:latin typeface="Trebuchet MS"/>
                <a:cs typeface="Trebuchet MS"/>
              </a:rPr>
              <a:t>технологий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и </a:t>
            </a:r>
            <a:r>
              <a:rPr dirty="0" sz="1450" spc="114">
                <a:latin typeface="Trebuchet MS"/>
                <a:cs typeface="Trebuchet MS"/>
              </a:rPr>
              <a:t>удалённой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80">
                <a:latin typeface="Trebuchet MS"/>
                <a:cs typeface="Trebuchet MS"/>
              </a:rPr>
              <a:t>работы.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670161" y="1561351"/>
            <a:ext cx="3753485" cy="304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4100"/>
              </a:lnSpc>
              <a:spcBef>
                <a:spcPts val="100"/>
              </a:spcBef>
            </a:pPr>
            <a:r>
              <a:rPr dirty="0" sz="1450" spc="120">
                <a:latin typeface="Trebuchet MS"/>
                <a:cs typeface="Trebuchet MS"/>
              </a:rPr>
              <a:t>Эмуляция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140">
                <a:latin typeface="Trebuchet MS"/>
                <a:cs typeface="Trebuchet MS"/>
              </a:rPr>
              <a:t>также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90">
                <a:latin typeface="Trebuchet MS"/>
                <a:cs typeface="Trebuchet MS"/>
              </a:rPr>
              <a:t>способствует </a:t>
            </a:r>
            <a:r>
              <a:rPr dirty="0" sz="1450" spc="114">
                <a:latin typeface="Trebuchet MS"/>
                <a:cs typeface="Trebuchet MS"/>
              </a:rPr>
              <a:t>оптимизации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100">
                <a:latin typeface="Trebuchet MS"/>
                <a:cs typeface="Trebuchet MS"/>
              </a:rPr>
              <a:t>процессов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90">
                <a:latin typeface="Trebuchet MS"/>
                <a:cs typeface="Trebuchet MS"/>
              </a:rPr>
              <a:t>обучения </a:t>
            </a:r>
            <a:r>
              <a:rPr dirty="0" sz="1450" spc="105">
                <a:latin typeface="Trebuchet MS"/>
                <a:cs typeface="Trebuchet MS"/>
              </a:rPr>
              <a:t>персонала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105">
                <a:latin typeface="Trebuchet MS"/>
                <a:cs typeface="Trebuchet MS"/>
              </a:rPr>
              <a:t>и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110">
                <a:latin typeface="Trebuchet MS"/>
                <a:cs typeface="Trebuchet MS"/>
              </a:rPr>
              <a:t>тестирования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90">
                <a:latin typeface="Trebuchet MS"/>
                <a:cs typeface="Trebuchet MS"/>
              </a:rPr>
              <a:t>новых </a:t>
            </a:r>
            <a:r>
              <a:rPr dirty="0" sz="1450" spc="95">
                <a:latin typeface="Trebuchet MS"/>
                <a:cs typeface="Trebuchet MS"/>
              </a:rPr>
              <a:t>решений,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135">
                <a:latin typeface="Trebuchet MS"/>
                <a:cs typeface="Trebuchet MS"/>
              </a:rPr>
              <a:t>повышая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120">
                <a:latin typeface="Trebuchet MS"/>
                <a:cs typeface="Trebuchet MS"/>
              </a:rPr>
              <a:t>общую </a:t>
            </a:r>
            <a:r>
              <a:rPr dirty="0" sz="1450" spc="105">
                <a:latin typeface="Trebuchet MS"/>
                <a:cs typeface="Trebuchet MS"/>
              </a:rPr>
              <a:t>эффективность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105">
                <a:latin typeface="Trebuchet MS"/>
                <a:cs typeface="Trebuchet MS"/>
              </a:rPr>
              <a:t>банковских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65">
                <a:latin typeface="Trebuchet MS"/>
                <a:cs typeface="Trebuchet MS"/>
              </a:rPr>
              <a:t>систем. </a:t>
            </a:r>
            <a:r>
              <a:rPr dirty="0" sz="1450" spc="100">
                <a:latin typeface="Trebuchet MS"/>
                <a:cs typeface="Trebuchet MS"/>
              </a:rPr>
              <a:t>Добавляя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110">
                <a:latin typeface="Trebuchet MS"/>
                <a:cs typeface="Trebuchet MS"/>
              </a:rPr>
              <a:t>новые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114">
                <a:latin typeface="Trebuchet MS"/>
                <a:cs typeface="Trebuchet MS"/>
              </a:rPr>
              <a:t>решения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60">
                <a:latin typeface="Trebuchet MS"/>
                <a:cs typeface="Trebuchet MS"/>
              </a:rPr>
              <a:t>к </a:t>
            </a:r>
            <a:r>
              <a:rPr dirty="0" sz="1450" spc="125">
                <a:latin typeface="Trebuchet MS"/>
                <a:cs typeface="Trebuchet MS"/>
              </a:rPr>
              <a:t>существующему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70">
                <a:latin typeface="Trebuchet MS"/>
                <a:cs typeface="Trebuchet MS"/>
              </a:rPr>
              <a:t>ПО,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130">
                <a:latin typeface="Trebuchet MS"/>
                <a:cs typeface="Trebuchet MS"/>
              </a:rPr>
              <a:t>важно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100">
                <a:latin typeface="Trebuchet MS"/>
                <a:cs typeface="Trebuchet MS"/>
              </a:rPr>
              <a:t>устранить </a:t>
            </a:r>
            <a:r>
              <a:rPr dirty="0" sz="1450" spc="114">
                <a:latin typeface="Trebuchet MS"/>
                <a:cs typeface="Trebuchet MS"/>
              </a:rPr>
              <a:t>ошибки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125">
                <a:latin typeface="Trebuchet MS"/>
                <a:cs typeface="Trebuchet MS"/>
              </a:rPr>
              <a:t>до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105">
                <a:latin typeface="Trebuchet MS"/>
                <a:cs typeface="Trebuchet MS"/>
              </a:rPr>
              <a:t>загрузки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100">
                <a:latin typeface="Trebuchet MS"/>
                <a:cs typeface="Trebuchet MS"/>
              </a:rPr>
              <a:t>обновлений</a:t>
            </a:r>
            <a:r>
              <a:rPr dirty="0" sz="1450" spc="45">
                <a:latin typeface="Trebuchet MS"/>
                <a:cs typeface="Trebuchet MS"/>
              </a:rPr>
              <a:t> в </a:t>
            </a:r>
            <a:r>
              <a:rPr dirty="0" sz="1450" spc="110">
                <a:latin typeface="Trebuchet MS"/>
                <a:cs typeface="Trebuchet MS"/>
              </a:rPr>
              <a:t>основную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110">
                <a:latin typeface="Trebuchet MS"/>
                <a:cs typeface="Trebuchet MS"/>
              </a:rPr>
              <a:t>банковскую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80">
                <a:latin typeface="Trebuchet MS"/>
                <a:cs typeface="Trebuchet MS"/>
              </a:rPr>
              <a:t>систему,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120">
                <a:latin typeface="Trebuchet MS"/>
                <a:cs typeface="Trebuchet MS"/>
              </a:rPr>
              <a:t>найти </a:t>
            </a:r>
            <a:r>
              <a:rPr dirty="0" sz="1450" spc="75">
                <a:latin typeface="Trebuchet MS"/>
                <a:cs typeface="Trebuchet MS"/>
              </a:rPr>
              <a:t>все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110">
                <a:latin typeface="Trebuchet MS"/>
                <a:cs typeface="Trebuchet MS"/>
              </a:rPr>
              <a:t>возможные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120">
                <a:latin typeface="Trebuchet MS"/>
                <a:cs typeface="Trebuchet MS"/>
              </a:rPr>
              <a:t>недочёты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и </a:t>
            </a:r>
            <a:r>
              <a:rPr dirty="0" sz="1450" spc="105">
                <a:latin typeface="Trebuchet MS"/>
                <a:cs typeface="Trebuchet MS"/>
              </a:rPr>
              <a:t>скорректировать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105">
                <a:latin typeface="Trebuchet MS"/>
                <a:cs typeface="Trebuchet MS"/>
              </a:rPr>
              <a:t>их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65">
                <a:latin typeface="Trebuchet MS"/>
                <a:cs typeface="Trebuchet MS"/>
              </a:rPr>
              <a:t>вовремя.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0" y="685799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0" y="0"/>
                </a:moveTo>
                <a:lnTo>
                  <a:pt x="12191984" y="0"/>
                </a:lnTo>
              </a:path>
            </a:pathLst>
          </a:custGeom>
          <a:ln w="107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6209" y="402839"/>
            <a:ext cx="3308918" cy="587726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210"/>
              <a:t>Основные</a:t>
            </a:r>
            <a:r>
              <a:rPr dirty="0" spc="114"/>
              <a:t> </a:t>
            </a:r>
            <a:r>
              <a:rPr dirty="0" spc="210"/>
              <a:t>компоненты</a:t>
            </a:r>
            <a:r>
              <a:rPr dirty="0" spc="120"/>
              <a:t> </a:t>
            </a:r>
            <a:r>
              <a:rPr dirty="0" spc="225"/>
              <a:t>банкомата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28984" y="1970409"/>
            <a:ext cx="5540375" cy="3456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200" spc="90">
                <a:latin typeface="Trebuchet MS"/>
                <a:cs typeface="Trebuchet MS"/>
              </a:rPr>
              <a:t>Основными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100">
                <a:latin typeface="Trebuchet MS"/>
                <a:cs typeface="Trebuchet MS"/>
              </a:rPr>
              <a:t>компонентами</a:t>
            </a:r>
            <a:r>
              <a:rPr dirty="0" sz="1200" spc="40">
                <a:latin typeface="Trebuchet MS"/>
                <a:cs typeface="Trebuchet MS"/>
              </a:rPr>
              <a:t> </a:t>
            </a:r>
            <a:r>
              <a:rPr dirty="0" sz="1200" spc="100">
                <a:latin typeface="Trebuchet MS"/>
                <a:cs typeface="Trebuchet MS"/>
              </a:rPr>
              <a:t>банкомата</a:t>
            </a:r>
            <a:r>
              <a:rPr dirty="0" sz="1200" spc="40">
                <a:latin typeface="Trebuchet MS"/>
                <a:cs typeface="Trebuchet MS"/>
              </a:rPr>
              <a:t> </a:t>
            </a:r>
            <a:r>
              <a:rPr dirty="0" sz="1200" spc="95">
                <a:latin typeface="Trebuchet MS"/>
                <a:cs typeface="Trebuchet MS"/>
              </a:rPr>
              <a:t>являются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60">
                <a:latin typeface="Trebuchet MS"/>
                <a:cs typeface="Trebuchet MS"/>
              </a:rPr>
              <a:t>процессор, </a:t>
            </a:r>
            <a:r>
              <a:rPr dirty="0" sz="1200" spc="110">
                <a:latin typeface="Trebuchet MS"/>
                <a:cs typeface="Trebuchet MS"/>
              </a:rPr>
              <a:t>управляющий</a:t>
            </a:r>
            <a:r>
              <a:rPr dirty="0" sz="1200" spc="30">
                <a:latin typeface="Trebuchet MS"/>
                <a:cs typeface="Trebuchet MS"/>
              </a:rPr>
              <a:t> </a:t>
            </a:r>
            <a:r>
              <a:rPr dirty="0" sz="1200" spc="95">
                <a:latin typeface="Trebuchet MS"/>
                <a:cs typeface="Trebuchet MS"/>
              </a:rPr>
              <a:t>работой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80">
                <a:latin typeface="Trebuchet MS"/>
                <a:cs typeface="Trebuchet MS"/>
              </a:rPr>
              <a:t>устройства,</a:t>
            </a:r>
            <a:r>
              <a:rPr dirty="0" sz="1200" spc="30">
                <a:latin typeface="Trebuchet MS"/>
                <a:cs typeface="Trebuchet MS"/>
              </a:rPr>
              <a:t> </a:t>
            </a:r>
            <a:r>
              <a:rPr dirty="0" sz="1200" spc="90">
                <a:latin typeface="Trebuchet MS"/>
                <a:cs typeface="Trebuchet MS"/>
              </a:rPr>
              <a:t>система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95">
                <a:latin typeface="Trebuchet MS"/>
                <a:cs typeface="Trebuchet MS"/>
              </a:rPr>
              <a:t>ввода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80">
                <a:latin typeface="Trebuchet MS"/>
                <a:cs typeface="Trebuchet MS"/>
              </a:rPr>
              <a:t>данных, </a:t>
            </a:r>
            <a:r>
              <a:rPr dirty="0" sz="1200" spc="110">
                <a:latin typeface="Trebuchet MS"/>
                <a:cs typeface="Trebuchet MS"/>
              </a:rPr>
              <a:t>включающая</a:t>
            </a:r>
            <a:r>
              <a:rPr dirty="0" sz="1200" spc="30">
                <a:latin typeface="Trebuchet MS"/>
                <a:cs typeface="Trebuchet MS"/>
              </a:rPr>
              <a:t> </a:t>
            </a:r>
            <a:r>
              <a:rPr dirty="0" sz="1200" spc="105">
                <a:latin typeface="Trebuchet MS"/>
                <a:cs typeface="Trebuchet MS"/>
              </a:rPr>
              <a:t>клавиатуру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85">
                <a:latin typeface="Trebuchet MS"/>
                <a:cs typeface="Trebuchet MS"/>
              </a:rPr>
              <a:t>и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85">
                <a:latin typeface="Trebuchet MS"/>
                <a:cs typeface="Trebuchet MS"/>
              </a:rPr>
              <a:t>сенсорный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70">
                <a:latin typeface="Trebuchet MS"/>
                <a:cs typeface="Trebuchet MS"/>
              </a:rPr>
              <a:t>экран,</a:t>
            </a:r>
            <a:r>
              <a:rPr dirty="0" sz="1200" spc="30">
                <a:latin typeface="Trebuchet MS"/>
                <a:cs typeface="Trebuchet MS"/>
              </a:rPr>
              <a:t> </a:t>
            </a:r>
            <a:r>
              <a:rPr dirty="0" sz="1200" spc="120">
                <a:latin typeface="Trebuchet MS"/>
                <a:cs typeface="Trebuchet MS"/>
              </a:rPr>
              <a:t>а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120">
                <a:latin typeface="Trebuchet MS"/>
                <a:cs typeface="Trebuchet MS"/>
              </a:rPr>
              <a:t>также</a:t>
            </a:r>
            <a:r>
              <a:rPr dirty="0" sz="1200" spc="30">
                <a:latin typeface="Trebuchet MS"/>
                <a:cs typeface="Trebuchet MS"/>
              </a:rPr>
              <a:t> </a:t>
            </a:r>
            <a:r>
              <a:rPr dirty="0" sz="1200" spc="85">
                <a:latin typeface="Trebuchet MS"/>
                <a:cs typeface="Trebuchet MS"/>
              </a:rPr>
              <a:t>механизмы </a:t>
            </a:r>
            <a:r>
              <a:rPr dirty="0" sz="1200" spc="100">
                <a:latin typeface="Trebuchet MS"/>
                <a:cs typeface="Trebuchet MS"/>
              </a:rPr>
              <a:t>для</a:t>
            </a:r>
            <a:r>
              <a:rPr dirty="0" sz="1200" spc="25">
                <a:latin typeface="Trebuchet MS"/>
                <a:cs typeface="Trebuchet MS"/>
              </a:rPr>
              <a:t> </a:t>
            </a:r>
            <a:r>
              <a:rPr dirty="0" sz="1200" spc="95">
                <a:latin typeface="Trebuchet MS"/>
                <a:cs typeface="Trebuchet MS"/>
              </a:rPr>
              <a:t>обработки</a:t>
            </a:r>
            <a:r>
              <a:rPr dirty="0" sz="1200" spc="30">
                <a:latin typeface="Trebuchet MS"/>
                <a:cs typeface="Trebuchet MS"/>
              </a:rPr>
              <a:t> </a:t>
            </a:r>
            <a:r>
              <a:rPr dirty="0" sz="1200" spc="100">
                <a:latin typeface="Trebuchet MS"/>
                <a:cs typeface="Trebuchet MS"/>
              </a:rPr>
              <a:t>наличных</a:t>
            </a:r>
            <a:r>
              <a:rPr dirty="0" sz="1200" spc="25">
                <a:latin typeface="Trebuchet MS"/>
                <a:cs typeface="Trebuchet MS"/>
              </a:rPr>
              <a:t> </a:t>
            </a:r>
            <a:r>
              <a:rPr dirty="0" sz="1200" spc="70">
                <a:latin typeface="Trebuchet MS"/>
                <a:cs typeface="Trebuchet MS"/>
              </a:rPr>
              <a:t>денег,</a:t>
            </a:r>
            <a:r>
              <a:rPr dirty="0" sz="1200" spc="30">
                <a:latin typeface="Trebuchet MS"/>
                <a:cs typeface="Trebuchet MS"/>
              </a:rPr>
              <a:t> </a:t>
            </a:r>
            <a:r>
              <a:rPr dirty="0" sz="1200" spc="100">
                <a:latin typeface="Trebuchet MS"/>
                <a:cs typeface="Trebuchet MS"/>
              </a:rPr>
              <a:t>такие</a:t>
            </a:r>
            <a:r>
              <a:rPr dirty="0" sz="1200" spc="25">
                <a:latin typeface="Trebuchet MS"/>
                <a:cs typeface="Trebuchet MS"/>
              </a:rPr>
              <a:t> </a:t>
            </a:r>
            <a:r>
              <a:rPr dirty="0" sz="1200" spc="105">
                <a:latin typeface="Trebuchet MS"/>
                <a:cs typeface="Trebuchet MS"/>
              </a:rPr>
              <a:t>как</a:t>
            </a:r>
            <a:r>
              <a:rPr dirty="0" sz="1200" spc="25">
                <a:latin typeface="Trebuchet MS"/>
                <a:cs typeface="Trebuchet MS"/>
              </a:rPr>
              <a:t> </a:t>
            </a:r>
            <a:r>
              <a:rPr dirty="0" sz="1200" spc="95">
                <a:latin typeface="Trebuchet MS"/>
                <a:cs typeface="Trebuchet MS"/>
              </a:rPr>
              <a:t>приёмники</a:t>
            </a:r>
            <a:r>
              <a:rPr dirty="0" sz="1200" spc="30">
                <a:latin typeface="Trebuchet MS"/>
                <a:cs typeface="Trebuchet MS"/>
              </a:rPr>
              <a:t> </a:t>
            </a:r>
            <a:r>
              <a:rPr dirty="0" sz="1200" spc="85">
                <a:latin typeface="Trebuchet MS"/>
                <a:cs typeface="Trebuchet MS"/>
              </a:rPr>
              <a:t>и</a:t>
            </a:r>
            <a:r>
              <a:rPr dirty="0" sz="1200" spc="25">
                <a:latin typeface="Trebuchet MS"/>
                <a:cs typeface="Trebuchet MS"/>
              </a:rPr>
              <a:t> </a:t>
            </a:r>
            <a:r>
              <a:rPr dirty="0" sz="1200" spc="90">
                <a:latin typeface="Trebuchet MS"/>
                <a:cs typeface="Trebuchet MS"/>
              </a:rPr>
              <a:t>раздатчики </a:t>
            </a:r>
            <a:r>
              <a:rPr dirty="0" sz="1200" spc="70">
                <a:latin typeface="Trebuchet MS"/>
                <a:cs typeface="Trebuchet MS"/>
              </a:rPr>
              <a:t>купюр.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200">
              <a:latin typeface="Trebuchet MS"/>
              <a:cs typeface="Trebuchet MS"/>
            </a:endParaRPr>
          </a:p>
          <a:p>
            <a:pPr marL="12700" marR="616585">
              <a:lnSpc>
                <a:spcPct val="125000"/>
              </a:lnSpc>
            </a:pPr>
            <a:r>
              <a:rPr dirty="0" sz="1200" spc="85">
                <a:latin typeface="Trebuchet MS"/>
                <a:cs typeface="Trebuchet MS"/>
              </a:rPr>
              <a:t>Взаимодействие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95">
                <a:latin typeface="Trebuchet MS"/>
                <a:cs typeface="Trebuchet MS"/>
              </a:rPr>
              <a:t>этих</a:t>
            </a:r>
            <a:r>
              <a:rPr dirty="0" sz="1200" spc="40">
                <a:latin typeface="Trebuchet MS"/>
                <a:cs typeface="Trebuchet MS"/>
              </a:rPr>
              <a:t> </a:t>
            </a:r>
            <a:r>
              <a:rPr dirty="0" sz="1200" spc="80">
                <a:latin typeface="Trebuchet MS"/>
                <a:cs typeface="Trebuchet MS"/>
              </a:rPr>
              <a:t>элементов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90">
                <a:latin typeface="Trebuchet MS"/>
                <a:cs typeface="Trebuchet MS"/>
              </a:rPr>
              <a:t>позволяет</a:t>
            </a:r>
            <a:r>
              <a:rPr dirty="0" sz="1200" spc="45">
                <a:latin typeface="Trebuchet MS"/>
                <a:cs typeface="Trebuchet MS"/>
              </a:rPr>
              <a:t> </a:t>
            </a:r>
            <a:r>
              <a:rPr dirty="0" sz="1200" spc="85">
                <a:latin typeface="Trebuchet MS"/>
                <a:cs typeface="Trebuchet MS"/>
              </a:rPr>
              <a:t>осуществлять финансовые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80">
                <a:latin typeface="Trebuchet MS"/>
                <a:cs typeface="Trebuchet MS"/>
              </a:rPr>
              <a:t>операции,</a:t>
            </a:r>
            <a:r>
              <a:rPr dirty="0" sz="1200" spc="40">
                <a:latin typeface="Trebuchet MS"/>
                <a:cs typeface="Trebuchet MS"/>
              </a:rPr>
              <a:t> </a:t>
            </a:r>
            <a:r>
              <a:rPr dirty="0" sz="1200" spc="95">
                <a:latin typeface="Trebuchet MS"/>
                <a:cs typeface="Trebuchet MS"/>
              </a:rPr>
              <a:t>включая</a:t>
            </a:r>
            <a:r>
              <a:rPr dirty="0" sz="1200" spc="45">
                <a:latin typeface="Trebuchet MS"/>
                <a:cs typeface="Trebuchet MS"/>
              </a:rPr>
              <a:t> </a:t>
            </a:r>
            <a:r>
              <a:rPr dirty="0" sz="1200" spc="90">
                <a:latin typeface="Trebuchet MS"/>
                <a:cs typeface="Trebuchet MS"/>
              </a:rPr>
              <a:t>снятие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80">
                <a:latin typeface="Trebuchet MS"/>
                <a:cs typeface="Trebuchet MS"/>
              </a:rPr>
              <a:t>наличных,</a:t>
            </a:r>
            <a:r>
              <a:rPr dirty="0" sz="1200" spc="40">
                <a:latin typeface="Trebuchet MS"/>
                <a:cs typeface="Trebuchet MS"/>
              </a:rPr>
              <a:t> </a:t>
            </a:r>
            <a:r>
              <a:rPr dirty="0" sz="1200" spc="60">
                <a:latin typeface="Trebuchet MS"/>
                <a:cs typeface="Trebuchet MS"/>
              </a:rPr>
              <a:t>внесение </a:t>
            </a:r>
            <a:r>
              <a:rPr dirty="0" sz="1200" spc="80">
                <a:latin typeface="Trebuchet MS"/>
                <a:cs typeface="Trebuchet MS"/>
              </a:rPr>
              <a:t>средств</a:t>
            </a:r>
            <a:r>
              <a:rPr dirty="0" sz="1200" spc="25">
                <a:latin typeface="Trebuchet MS"/>
                <a:cs typeface="Trebuchet MS"/>
              </a:rPr>
              <a:t> </a:t>
            </a:r>
            <a:r>
              <a:rPr dirty="0" sz="1200" spc="85">
                <a:latin typeface="Trebuchet MS"/>
                <a:cs typeface="Trebuchet MS"/>
              </a:rPr>
              <a:t>и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95">
                <a:latin typeface="Trebuchet MS"/>
                <a:cs typeface="Trebuchet MS"/>
              </a:rPr>
              <a:t>проверку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65">
                <a:latin typeface="Trebuchet MS"/>
                <a:cs typeface="Trebuchet MS"/>
              </a:rPr>
              <a:t>баланса.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200">
              <a:latin typeface="Trebuchet MS"/>
              <a:cs typeface="Trebuchet MS"/>
            </a:endParaRPr>
          </a:p>
          <a:p>
            <a:pPr marL="12700" marR="91440">
              <a:lnSpc>
                <a:spcPct val="125000"/>
              </a:lnSpc>
            </a:pPr>
            <a:r>
              <a:rPr dirty="0" sz="1200" spc="95">
                <a:latin typeface="Trebuchet MS"/>
                <a:cs typeface="Trebuchet MS"/>
              </a:rPr>
              <a:t>Для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90">
                <a:latin typeface="Trebuchet MS"/>
                <a:cs typeface="Trebuchet MS"/>
              </a:rPr>
              <a:t>эмуляции</a:t>
            </a:r>
            <a:r>
              <a:rPr dirty="0" sz="1200" spc="40">
                <a:latin typeface="Trebuchet MS"/>
                <a:cs typeface="Trebuchet MS"/>
              </a:rPr>
              <a:t> </a:t>
            </a:r>
            <a:r>
              <a:rPr dirty="0" sz="1200" spc="105">
                <a:latin typeface="Trebuchet MS"/>
                <a:cs typeface="Trebuchet MS"/>
              </a:rPr>
              <a:t>работы</a:t>
            </a:r>
            <a:r>
              <a:rPr dirty="0" sz="1200" spc="40">
                <a:latin typeface="Trebuchet MS"/>
                <a:cs typeface="Trebuchet MS"/>
              </a:rPr>
              <a:t> </a:t>
            </a:r>
            <a:r>
              <a:rPr dirty="0" sz="1200" spc="100">
                <a:latin typeface="Trebuchet MS"/>
                <a:cs typeface="Trebuchet MS"/>
              </a:rPr>
              <a:t>банкомата</a:t>
            </a:r>
            <a:r>
              <a:rPr dirty="0" sz="1200" spc="40">
                <a:latin typeface="Trebuchet MS"/>
                <a:cs typeface="Trebuchet MS"/>
              </a:rPr>
              <a:t> </a:t>
            </a:r>
            <a:r>
              <a:rPr dirty="0" sz="1200" spc="114">
                <a:latin typeface="Trebuchet MS"/>
                <a:cs typeface="Trebuchet MS"/>
              </a:rPr>
              <a:t>важно</a:t>
            </a:r>
            <a:r>
              <a:rPr dirty="0" sz="1200" spc="40">
                <a:latin typeface="Trebuchet MS"/>
                <a:cs typeface="Trebuchet MS"/>
              </a:rPr>
              <a:t> </a:t>
            </a:r>
            <a:r>
              <a:rPr dirty="0" sz="1200" spc="100">
                <a:latin typeface="Trebuchet MS"/>
                <a:cs typeface="Trebuchet MS"/>
              </a:rPr>
              <a:t>учитывать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95">
                <a:latin typeface="Trebuchet MS"/>
                <a:cs typeface="Trebuchet MS"/>
              </a:rPr>
              <a:t>алгоритмы </a:t>
            </a:r>
            <a:r>
              <a:rPr dirty="0" sz="1200" spc="100">
                <a:latin typeface="Trebuchet MS"/>
                <a:cs typeface="Trebuchet MS"/>
              </a:rPr>
              <a:t>функционирования</a:t>
            </a:r>
            <a:r>
              <a:rPr dirty="0" sz="1200" spc="30">
                <a:latin typeface="Trebuchet MS"/>
                <a:cs typeface="Trebuchet MS"/>
              </a:rPr>
              <a:t> </a:t>
            </a:r>
            <a:r>
              <a:rPr dirty="0" sz="1200" spc="110">
                <a:latin typeface="Trebuchet MS"/>
                <a:cs typeface="Trebuchet MS"/>
              </a:rPr>
              <a:t>каждого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105">
                <a:latin typeface="Trebuchet MS"/>
                <a:cs typeface="Trebuchet MS"/>
              </a:rPr>
              <a:t>компонента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85">
                <a:latin typeface="Trebuchet MS"/>
                <a:cs typeface="Trebuchet MS"/>
              </a:rPr>
              <a:t>и</a:t>
            </a:r>
            <a:r>
              <a:rPr dirty="0" sz="1200" spc="30">
                <a:latin typeface="Trebuchet MS"/>
                <a:cs typeface="Trebuchet MS"/>
              </a:rPr>
              <a:t> </a:t>
            </a:r>
            <a:r>
              <a:rPr dirty="0" sz="1200" spc="90">
                <a:latin typeface="Trebuchet MS"/>
                <a:cs typeface="Trebuchet MS"/>
              </a:rPr>
              <a:t>их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80">
                <a:latin typeface="Trebuchet MS"/>
                <a:cs typeface="Trebuchet MS"/>
              </a:rPr>
              <a:t>взаимосвязь</a:t>
            </a:r>
            <a:r>
              <a:rPr dirty="0" sz="1200" spc="30">
                <a:latin typeface="Trebuchet MS"/>
                <a:cs typeface="Trebuchet MS"/>
              </a:rPr>
              <a:t> в </a:t>
            </a:r>
            <a:r>
              <a:rPr dirty="0" sz="1200" spc="85">
                <a:latin typeface="Trebuchet MS"/>
                <a:cs typeface="Trebuchet MS"/>
              </a:rPr>
              <a:t>процессе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95">
                <a:latin typeface="Trebuchet MS"/>
                <a:cs typeface="Trebuchet MS"/>
              </a:rPr>
              <a:t>обработки</a:t>
            </a:r>
            <a:r>
              <a:rPr dirty="0" sz="1200" spc="40">
                <a:latin typeface="Trebuchet MS"/>
                <a:cs typeface="Trebuchet MS"/>
              </a:rPr>
              <a:t> </a:t>
            </a:r>
            <a:r>
              <a:rPr dirty="0" sz="1200" spc="85">
                <a:latin typeface="Trebuchet MS"/>
                <a:cs typeface="Trebuchet MS"/>
              </a:rPr>
              <a:t>запросов</a:t>
            </a:r>
            <a:r>
              <a:rPr dirty="0" sz="1200" spc="35">
                <a:latin typeface="Trebuchet MS"/>
                <a:cs typeface="Trebuchet MS"/>
              </a:rPr>
              <a:t> </a:t>
            </a:r>
            <a:r>
              <a:rPr dirty="0" sz="1200" spc="85">
                <a:latin typeface="Trebuchet MS"/>
                <a:cs typeface="Trebuchet MS"/>
              </a:rPr>
              <a:t>пользователя.</a:t>
            </a:r>
            <a:r>
              <a:rPr dirty="0" sz="1200" spc="40">
                <a:latin typeface="Trebuchet MS"/>
                <a:cs typeface="Trebuchet MS"/>
              </a:rPr>
              <a:t> </a:t>
            </a:r>
            <a:r>
              <a:rPr dirty="0" sz="1200" spc="75">
                <a:latin typeface="Trebuchet MS"/>
                <a:cs typeface="Trebuchet MS"/>
              </a:rPr>
              <a:t>Например,</a:t>
            </a:r>
            <a:r>
              <a:rPr dirty="0" sz="1200" spc="40">
                <a:latin typeface="Trebuchet MS"/>
                <a:cs typeface="Trebuchet MS"/>
              </a:rPr>
              <a:t> </a:t>
            </a:r>
            <a:r>
              <a:rPr dirty="0" sz="1200" spc="85">
                <a:latin typeface="Trebuchet MS"/>
                <a:cs typeface="Trebuchet MS"/>
              </a:rPr>
              <a:t>перед </a:t>
            </a:r>
            <a:r>
              <a:rPr dirty="0" sz="1200" spc="90">
                <a:latin typeface="Trebuchet MS"/>
                <a:cs typeface="Trebuchet MS"/>
              </a:rPr>
              <a:t>любой</a:t>
            </a:r>
            <a:r>
              <a:rPr dirty="0" sz="1200" spc="45">
                <a:latin typeface="Trebuchet MS"/>
                <a:cs typeface="Trebuchet MS"/>
              </a:rPr>
              <a:t> </a:t>
            </a:r>
            <a:r>
              <a:rPr dirty="0" sz="1200" spc="95">
                <a:latin typeface="Trebuchet MS"/>
                <a:cs typeface="Trebuchet MS"/>
              </a:rPr>
              <a:t>операцией</a:t>
            </a:r>
            <a:r>
              <a:rPr dirty="0" sz="1200" spc="45">
                <a:latin typeface="Trebuchet MS"/>
                <a:cs typeface="Trebuchet MS"/>
              </a:rPr>
              <a:t> </a:t>
            </a:r>
            <a:r>
              <a:rPr dirty="0" sz="1200" spc="90">
                <a:latin typeface="Trebuchet MS"/>
                <a:cs typeface="Trebuchet MS"/>
              </a:rPr>
              <a:t>сначала</a:t>
            </a:r>
            <a:r>
              <a:rPr dirty="0" sz="1200" spc="50">
                <a:latin typeface="Trebuchet MS"/>
                <a:cs typeface="Trebuchet MS"/>
              </a:rPr>
              <a:t> </a:t>
            </a:r>
            <a:r>
              <a:rPr dirty="0" sz="1200" spc="100">
                <a:latin typeface="Trebuchet MS"/>
                <a:cs typeface="Trebuchet MS"/>
              </a:rPr>
              <a:t>клиенту</a:t>
            </a:r>
            <a:r>
              <a:rPr dirty="0" sz="1200" spc="45">
                <a:latin typeface="Trebuchet MS"/>
                <a:cs typeface="Trebuchet MS"/>
              </a:rPr>
              <a:t> </a:t>
            </a:r>
            <a:r>
              <a:rPr dirty="0" sz="1200" spc="114">
                <a:latin typeface="Trebuchet MS"/>
                <a:cs typeface="Trebuchet MS"/>
              </a:rPr>
              <a:t>нужно</a:t>
            </a:r>
            <a:r>
              <a:rPr dirty="0" sz="1200" spc="45">
                <a:latin typeface="Trebuchet MS"/>
                <a:cs typeface="Trebuchet MS"/>
              </a:rPr>
              <a:t> </a:t>
            </a:r>
            <a:r>
              <a:rPr dirty="0" sz="1200" spc="95">
                <a:latin typeface="Trebuchet MS"/>
                <a:cs typeface="Trebuchet MS"/>
              </a:rPr>
              <a:t>авторизоваться</a:t>
            </a:r>
            <a:r>
              <a:rPr dirty="0" sz="1200" spc="50">
                <a:latin typeface="Trebuchet MS"/>
                <a:cs typeface="Trebuchet MS"/>
              </a:rPr>
              <a:t> </a:t>
            </a:r>
            <a:r>
              <a:rPr dirty="0" sz="1200" spc="30">
                <a:latin typeface="Trebuchet MS"/>
                <a:cs typeface="Trebuchet MS"/>
              </a:rPr>
              <a:t>в </a:t>
            </a:r>
            <a:r>
              <a:rPr dirty="0" sz="1200" spc="60">
                <a:latin typeface="Trebuchet MS"/>
                <a:cs typeface="Trebuchet MS"/>
              </a:rPr>
              <a:t>системе,</a:t>
            </a:r>
            <a:r>
              <a:rPr dirty="0" sz="1200" spc="25">
                <a:latin typeface="Trebuchet MS"/>
                <a:cs typeface="Trebuchet MS"/>
              </a:rPr>
              <a:t> </a:t>
            </a:r>
            <a:r>
              <a:rPr dirty="0" sz="1200" spc="85">
                <a:latin typeface="Trebuchet MS"/>
                <a:cs typeface="Trebuchet MS"/>
              </a:rPr>
              <a:t>и</a:t>
            </a:r>
            <a:r>
              <a:rPr dirty="0" sz="1200" spc="30">
                <a:latin typeface="Trebuchet MS"/>
                <a:cs typeface="Trebuchet MS"/>
              </a:rPr>
              <a:t> </a:t>
            </a:r>
            <a:r>
              <a:rPr dirty="0" sz="1200" spc="100">
                <a:latin typeface="Trebuchet MS"/>
                <a:cs typeface="Trebuchet MS"/>
              </a:rPr>
              <a:t>только</a:t>
            </a:r>
            <a:r>
              <a:rPr dirty="0" sz="1200" spc="30">
                <a:latin typeface="Trebuchet MS"/>
                <a:cs typeface="Trebuchet MS"/>
              </a:rPr>
              <a:t> </a:t>
            </a:r>
            <a:r>
              <a:rPr dirty="0" sz="1200" spc="100">
                <a:latin typeface="Trebuchet MS"/>
                <a:cs typeface="Trebuchet MS"/>
              </a:rPr>
              <a:t>потом</a:t>
            </a:r>
            <a:r>
              <a:rPr dirty="0" sz="1200" spc="25">
                <a:latin typeface="Trebuchet MS"/>
                <a:cs typeface="Trebuchet MS"/>
              </a:rPr>
              <a:t> </a:t>
            </a:r>
            <a:r>
              <a:rPr dirty="0" sz="1200" spc="90">
                <a:latin typeface="Trebuchet MS"/>
                <a:cs typeface="Trebuchet MS"/>
              </a:rPr>
              <a:t>он</a:t>
            </a:r>
            <a:r>
              <a:rPr dirty="0" sz="1200" spc="30">
                <a:latin typeface="Trebuchet MS"/>
                <a:cs typeface="Trebuchet MS"/>
              </a:rPr>
              <a:t> </a:t>
            </a:r>
            <a:r>
              <a:rPr dirty="0" sz="1200" spc="100">
                <a:latin typeface="Trebuchet MS"/>
                <a:cs typeface="Trebuchet MS"/>
              </a:rPr>
              <a:t>сможет</a:t>
            </a:r>
            <a:r>
              <a:rPr dirty="0" sz="1200" spc="25">
                <a:latin typeface="Trebuchet MS"/>
                <a:cs typeface="Trebuchet MS"/>
              </a:rPr>
              <a:t> </a:t>
            </a:r>
            <a:r>
              <a:rPr dirty="0" sz="1200" spc="100">
                <a:latin typeface="Trebuchet MS"/>
                <a:cs typeface="Trebuchet MS"/>
              </a:rPr>
              <a:t>выполнять</a:t>
            </a:r>
            <a:r>
              <a:rPr dirty="0" sz="1200" spc="25">
                <a:latin typeface="Trebuchet MS"/>
                <a:cs typeface="Trebuchet MS"/>
              </a:rPr>
              <a:t> </a:t>
            </a:r>
            <a:r>
              <a:rPr dirty="0" sz="1200" spc="105">
                <a:latin typeface="Trebuchet MS"/>
                <a:cs typeface="Trebuchet MS"/>
              </a:rPr>
              <a:t>операции</a:t>
            </a:r>
            <a:r>
              <a:rPr dirty="0" sz="1200" spc="30">
                <a:latin typeface="Trebuchet MS"/>
                <a:cs typeface="Trebuchet MS"/>
              </a:rPr>
              <a:t> </a:t>
            </a:r>
            <a:r>
              <a:rPr dirty="0" sz="1200" spc="100">
                <a:latin typeface="Trebuchet MS"/>
                <a:cs typeface="Trebuchet MS"/>
              </a:rPr>
              <a:t>по</a:t>
            </a:r>
            <a:r>
              <a:rPr dirty="0" sz="1200" spc="30">
                <a:latin typeface="Trebuchet MS"/>
                <a:cs typeface="Trebuchet MS"/>
              </a:rPr>
              <a:t> </a:t>
            </a:r>
            <a:r>
              <a:rPr dirty="0" sz="1200" spc="50">
                <a:latin typeface="Trebuchet MS"/>
                <a:cs typeface="Trebuchet MS"/>
              </a:rPr>
              <a:t>счёту.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0" y="685799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0" y="0"/>
                </a:moveTo>
                <a:lnTo>
                  <a:pt x="12191984" y="0"/>
                </a:lnTo>
              </a:path>
            </a:pathLst>
          </a:custGeom>
          <a:ln w="107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3243" y="735820"/>
            <a:ext cx="5612765" cy="31813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225"/>
              <a:t>Процесс</a:t>
            </a:r>
            <a:r>
              <a:rPr dirty="0" spc="105"/>
              <a:t> </a:t>
            </a:r>
            <a:r>
              <a:rPr dirty="0" spc="200"/>
              <a:t>взаимодействия</a:t>
            </a:r>
            <a:r>
              <a:rPr dirty="0" spc="110"/>
              <a:t> </a:t>
            </a:r>
            <a:r>
              <a:rPr dirty="0" spc="155"/>
              <a:t>с</a:t>
            </a:r>
            <a:r>
              <a:rPr dirty="0" spc="110"/>
              <a:t> </a:t>
            </a:r>
            <a:r>
              <a:rPr dirty="0" spc="204"/>
              <a:t>банкоматом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33243" y="1957973"/>
            <a:ext cx="9591675" cy="29057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7299"/>
              </a:lnSpc>
              <a:spcBef>
                <a:spcPts val="90"/>
              </a:spcBef>
            </a:pPr>
            <a:r>
              <a:rPr dirty="0" sz="1650" spc="140">
                <a:latin typeface="Trebuchet MS"/>
                <a:cs typeface="Trebuchet MS"/>
              </a:rPr>
              <a:t>Процесс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50">
                <a:latin typeface="Trebuchet MS"/>
                <a:cs typeface="Trebuchet MS"/>
              </a:rPr>
              <a:t>взаимодействия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90">
                <a:latin typeface="Trebuchet MS"/>
                <a:cs typeface="Trebuchet MS"/>
              </a:rPr>
              <a:t>с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50">
                <a:latin typeface="Trebuchet MS"/>
                <a:cs typeface="Trebuchet MS"/>
              </a:rPr>
              <a:t>банкоматом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55">
                <a:latin typeface="Trebuchet MS"/>
                <a:cs typeface="Trebuchet MS"/>
              </a:rPr>
              <a:t>начинается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90">
                <a:latin typeface="Trebuchet MS"/>
                <a:cs typeface="Trebuchet MS"/>
              </a:rPr>
              <a:t>с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50">
                <a:latin typeface="Trebuchet MS"/>
                <a:cs typeface="Trebuchet MS"/>
              </a:rPr>
              <a:t>вставки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40">
                <a:latin typeface="Trebuchet MS"/>
                <a:cs typeface="Trebuchet MS"/>
              </a:rPr>
              <a:t>банковской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80">
                <a:latin typeface="Trebuchet MS"/>
                <a:cs typeface="Trebuchet MS"/>
              </a:rPr>
              <a:t>карты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85">
                <a:latin typeface="Trebuchet MS"/>
                <a:cs typeface="Trebuchet MS"/>
              </a:rPr>
              <a:t>в </a:t>
            </a:r>
            <a:r>
              <a:rPr dirty="0" sz="1650" spc="145">
                <a:latin typeface="Trebuchet MS"/>
                <a:cs typeface="Trebuchet MS"/>
              </a:rPr>
              <a:t>приёмное</a:t>
            </a:r>
            <a:r>
              <a:rPr dirty="0" sz="1650" spc="40">
                <a:latin typeface="Trebuchet MS"/>
                <a:cs typeface="Trebuchet MS"/>
              </a:rPr>
              <a:t> </a:t>
            </a:r>
            <a:r>
              <a:rPr dirty="0" sz="1650" spc="130">
                <a:latin typeface="Trebuchet MS"/>
                <a:cs typeface="Trebuchet MS"/>
              </a:rPr>
              <a:t>устройство.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204">
                <a:latin typeface="Trebuchet MS"/>
                <a:cs typeface="Trebuchet MS"/>
              </a:rPr>
              <a:t>В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25">
                <a:latin typeface="Trebuchet MS"/>
                <a:cs typeface="Trebuchet MS"/>
              </a:rPr>
              <a:t>моём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05">
                <a:latin typeface="Trebuchet MS"/>
                <a:cs typeface="Trebuchet MS"/>
              </a:rPr>
              <a:t>случае,</a:t>
            </a:r>
            <a:r>
              <a:rPr dirty="0" sz="1650" spc="40">
                <a:latin typeface="Trebuchet MS"/>
                <a:cs typeface="Trebuchet MS"/>
              </a:rPr>
              <a:t> </a:t>
            </a:r>
            <a:r>
              <a:rPr dirty="0" sz="1650" spc="185">
                <a:latin typeface="Trebuchet MS"/>
                <a:cs typeface="Trebuchet MS"/>
              </a:rPr>
              <a:t>так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60">
                <a:latin typeface="Trebuchet MS"/>
                <a:cs typeface="Trebuchet MS"/>
              </a:rPr>
              <a:t>как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70">
                <a:latin typeface="Trebuchet MS"/>
                <a:cs typeface="Trebuchet MS"/>
              </a:rPr>
              <a:t>нет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55">
                <a:latin typeface="Trebuchet MS"/>
                <a:cs typeface="Trebuchet MS"/>
              </a:rPr>
              <a:t>возможности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35">
                <a:latin typeface="Trebuchet MS"/>
                <a:cs typeface="Trebuchet MS"/>
              </a:rPr>
              <a:t>сэмулировать</a:t>
            </a:r>
            <a:r>
              <a:rPr dirty="0" sz="1650" spc="40">
                <a:latin typeface="Trebuchet MS"/>
                <a:cs typeface="Trebuchet MS"/>
              </a:rPr>
              <a:t> </a:t>
            </a:r>
            <a:r>
              <a:rPr dirty="0" sz="1650" spc="130">
                <a:latin typeface="Trebuchet MS"/>
                <a:cs typeface="Trebuchet MS"/>
              </a:rPr>
              <a:t>NFC </a:t>
            </a:r>
            <a:r>
              <a:rPr dirty="0" sz="1650" spc="150">
                <a:latin typeface="Trebuchet MS"/>
                <a:cs typeface="Trebuchet MS"/>
              </a:rPr>
              <a:t>чип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45">
                <a:latin typeface="Trebuchet MS"/>
                <a:cs typeface="Trebuchet MS"/>
              </a:rPr>
              <a:t>или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50">
                <a:latin typeface="Trebuchet MS"/>
                <a:cs typeface="Trebuchet MS"/>
              </a:rPr>
              <a:t>приёмник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75">
                <a:latin typeface="Trebuchet MS"/>
                <a:cs typeface="Trebuchet MS"/>
              </a:rPr>
              <a:t>карт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65">
                <a:latin typeface="Trebuchet MS"/>
                <a:cs typeface="Trebuchet MS"/>
              </a:rPr>
              <a:t>на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40">
                <a:latin typeface="Trebuchet MS"/>
                <a:cs typeface="Trebuchet MS"/>
              </a:rPr>
              <a:t>компьютере,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45">
                <a:latin typeface="Trebuchet MS"/>
                <a:cs typeface="Trebuchet MS"/>
              </a:rPr>
              <a:t>я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40">
                <a:latin typeface="Trebuchet MS"/>
                <a:cs typeface="Trebuchet MS"/>
              </a:rPr>
              <a:t>использовал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40">
                <a:latin typeface="Trebuchet MS"/>
                <a:cs typeface="Trebuchet MS"/>
              </a:rPr>
              <a:t>систему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65">
                <a:latin typeface="Trebuchet MS"/>
                <a:cs typeface="Trebuchet MS"/>
              </a:rPr>
              <a:t>авторизации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35">
                <a:latin typeface="Trebuchet MS"/>
                <a:cs typeface="Trebuchet MS"/>
              </a:rPr>
              <a:t>по </a:t>
            </a:r>
            <a:r>
              <a:rPr dirty="0" sz="1650" spc="150">
                <a:latin typeface="Trebuchet MS"/>
                <a:cs typeface="Trebuchet MS"/>
              </a:rPr>
              <a:t>уникальному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45">
                <a:latin typeface="Trebuchet MS"/>
                <a:cs typeface="Trebuchet MS"/>
              </a:rPr>
              <a:t>номеру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55">
                <a:latin typeface="Trebuchet MS"/>
                <a:cs typeface="Trebuchet MS"/>
              </a:rPr>
              <a:t>телефона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65">
                <a:latin typeface="Trebuchet MS"/>
                <a:cs typeface="Trebuchet MS"/>
              </a:rPr>
              <a:t>клиента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50">
                <a:latin typeface="Trebuchet MS"/>
                <a:cs typeface="Trebuchet MS"/>
              </a:rPr>
              <a:t>и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70">
                <a:latin typeface="Trebuchet MS"/>
                <a:cs typeface="Trebuchet MS"/>
              </a:rPr>
              <a:t>паролю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80">
                <a:latin typeface="Trebuchet MS"/>
                <a:cs typeface="Trebuchet MS"/>
              </a:rPr>
              <a:t>от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45">
                <a:latin typeface="Trebuchet MS"/>
                <a:cs typeface="Trebuchet MS"/>
              </a:rPr>
              <a:t>аккаунта.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40">
                <a:latin typeface="Trebuchet MS"/>
                <a:cs typeface="Trebuchet MS"/>
              </a:rPr>
              <a:t>После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55">
                <a:latin typeface="Trebuchet MS"/>
                <a:cs typeface="Trebuchet MS"/>
              </a:rPr>
              <a:t>ввода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65">
                <a:latin typeface="Trebuchet MS"/>
                <a:cs typeface="Trebuchet MS"/>
              </a:rPr>
              <a:t>данных </a:t>
            </a:r>
            <a:r>
              <a:rPr dirty="0" sz="1650" spc="160">
                <a:latin typeface="Trebuchet MS"/>
                <a:cs typeface="Trebuchet MS"/>
              </a:rPr>
              <a:t>для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55">
                <a:latin typeface="Trebuchet MS"/>
                <a:cs typeface="Trebuchet MS"/>
              </a:rPr>
              <a:t>входа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45">
                <a:latin typeface="Trebuchet MS"/>
                <a:cs typeface="Trebuchet MS"/>
              </a:rPr>
              <a:t>или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55">
                <a:latin typeface="Trebuchet MS"/>
                <a:cs typeface="Trebuchet MS"/>
              </a:rPr>
              <a:t>возможной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55">
                <a:latin typeface="Trebuchet MS"/>
                <a:cs typeface="Trebuchet MS"/>
              </a:rPr>
              <a:t>регистрации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35">
                <a:latin typeface="Trebuchet MS"/>
                <a:cs typeface="Trebuchet MS"/>
              </a:rPr>
              <a:t>в</a:t>
            </a:r>
            <a:r>
              <a:rPr dirty="0" sz="1650" spc="55">
                <a:latin typeface="Trebuchet MS"/>
                <a:cs typeface="Trebuchet MS"/>
              </a:rPr>
              <a:t> </a:t>
            </a:r>
            <a:r>
              <a:rPr dirty="0" sz="1650" spc="110">
                <a:latin typeface="Trebuchet MS"/>
                <a:cs typeface="Trebuchet MS"/>
              </a:rPr>
              <a:t>системе,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55">
                <a:latin typeface="Trebuchet MS"/>
                <a:cs typeface="Trebuchet MS"/>
              </a:rPr>
              <a:t>клиент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85">
                <a:latin typeface="Trebuchet MS"/>
                <a:cs typeface="Trebuchet MS"/>
              </a:rPr>
              <a:t>может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45">
                <a:latin typeface="Trebuchet MS"/>
                <a:cs typeface="Trebuchet MS"/>
              </a:rPr>
              <a:t>выбрать </a:t>
            </a:r>
            <a:r>
              <a:rPr dirty="0" sz="1650" spc="160">
                <a:latin typeface="Trebuchet MS"/>
                <a:cs typeface="Trebuchet MS"/>
              </a:rPr>
              <a:t>необходимую</a:t>
            </a:r>
            <a:r>
              <a:rPr dirty="0" sz="1650" spc="55">
                <a:latin typeface="Trebuchet MS"/>
                <a:cs typeface="Trebuchet MS"/>
              </a:rPr>
              <a:t> </a:t>
            </a:r>
            <a:r>
              <a:rPr dirty="0" sz="1650" spc="140">
                <a:latin typeface="Trebuchet MS"/>
                <a:cs typeface="Trebuchet MS"/>
              </a:rPr>
              <a:t>операцию,</a:t>
            </a:r>
            <a:r>
              <a:rPr dirty="0" sz="1650" spc="55">
                <a:latin typeface="Trebuchet MS"/>
                <a:cs typeface="Trebuchet MS"/>
              </a:rPr>
              <a:t> </a:t>
            </a:r>
            <a:r>
              <a:rPr dirty="0" sz="1650" spc="125">
                <a:latin typeface="Trebuchet MS"/>
                <a:cs typeface="Trebuchet MS"/>
              </a:rPr>
              <a:t>например,</a:t>
            </a:r>
            <a:r>
              <a:rPr dirty="0" sz="1650" spc="55">
                <a:latin typeface="Trebuchet MS"/>
                <a:cs typeface="Trebuchet MS"/>
              </a:rPr>
              <a:t> </a:t>
            </a:r>
            <a:r>
              <a:rPr dirty="0" sz="1650" spc="125">
                <a:latin typeface="Trebuchet MS"/>
                <a:cs typeface="Trebuchet MS"/>
              </a:rPr>
              <a:t>внесение</a:t>
            </a:r>
            <a:r>
              <a:rPr dirty="0" sz="1650" spc="55">
                <a:latin typeface="Trebuchet MS"/>
                <a:cs typeface="Trebuchet MS"/>
              </a:rPr>
              <a:t> </a:t>
            </a:r>
            <a:r>
              <a:rPr dirty="0" sz="1650" spc="145">
                <a:latin typeface="Trebuchet MS"/>
                <a:cs typeface="Trebuchet MS"/>
              </a:rPr>
              <a:t>или</a:t>
            </a:r>
            <a:r>
              <a:rPr dirty="0" sz="1650" spc="55">
                <a:latin typeface="Trebuchet MS"/>
                <a:cs typeface="Trebuchet MS"/>
              </a:rPr>
              <a:t> </a:t>
            </a:r>
            <a:r>
              <a:rPr dirty="0" sz="1650" spc="150">
                <a:latin typeface="Trebuchet MS"/>
                <a:cs typeface="Trebuchet MS"/>
              </a:rPr>
              <a:t>снятие</a:t>
            </a:r>
            <a:r>
              <a:rPr dirty="0" sz="1650" spc="55">
                <a:latin typeface="Trebuchet MS"/>
                <a:cs typeface="Trebuchet MS"/>
              </a:rPr>
              <a:t> </a:t>
            </a:r>
            <a:r>
              <a:rPr dirty="0" sz="1650" spc="130">
                <a:latin typeface="Trebuchet MS"/>
                <a:cs typeface="Trebuchet MS"/>
              </a:rPr>
              <a:t>наличных.</a:t>
            </a:r>
            <a:r>
              <a:rPr dirty="0" sz="1650" spc="55">
                <a:latin typeface="Trebuchet MS"/>
                <a:cs typeface="Trebuchet MS"/>
              </a:rPr>
              <a:t> </a:t>
            </a:r>
            <a:r>
              <a:rPr dirty="0" sz="1650" spc="160">
                <a:latin typeface="Trebuchet MS"/>
                <a:cs typeface="Trebuchet MS"/>
              </a:rPr>
              <a:t>Банкомат отправляет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14">
                <a:latin typeface="Trebuchet MS"/>
                <a:cs typeface="Trebuchet MS"/>
              </a:rPr>
              <a:t>все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50">
                <a:latin typeface="Trebuchet MS"/>
                <a:cs typeface="Trebuchet MS"/>
              </a:rPr>
              <a:t>запросы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65">
                <a:latin typeface="Trebuchet MS"/>
                <a:cs typeface="Trebuchet MS"/>
              </a:rPr>
              <a:t>на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70">
                <a:latin typeface="Trebuchet MS"/>
                <a:cs typeface="Trebuchet MS"/>
              </a:rPr>
              <a:t>обрабатывающий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00">
                <a:latin typeface="Trebuchet MS"/>
                <a:cs typeface="Trebuchet MS"/>
              </a:rPr>
              <a:t>сервер,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35">
                <a:latin typeface="Trebuchet MS"/>
                <a:cs typeface="Trebuchet MS"/>
              </a:rPr>
              <a:t>после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35">
                <a:latin typeface="Trebuchet MS"/>
                <a:cs typeface="Trebuchet MS"/>
              </a:rPr>
              <a:t>чего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14">
                <a:latin typeface="Trebuchet MS"/>
                <a:cs typeface="Trebuchet MS"/>
              </a:rPr>
              <a:t>все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60">
                <a:latin typeface="Trebuchet MS"/>
                <a:cs typeface="Trebuchet MS"/>
              </a:rPr>
              <a:t>команды </a:t>
            </a:r>
            <a:r>
              <a:rPr dirty="0" sz="1650" spc="165">
                <a:latin typeface="Trebuchet MS"/>
                <a:cs typeface="Trebuchet MS"/>
              </a:rPr>
              <a:t>выполняются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90">
                <a:latin typeface="Trebuchet MS"/>
                <a:cs typeface="Trebuchet MS"/>
              </a:rPr>
              <a:t>уже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65">
                <a:latin typeface="Trebuchet MS"/>
                <a:cs typeface="Trebuchet MS"/>
              </a:rPr>
              <a:t>на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85">
                <a:latin typeface="Trebuchet MS"/>
                <a:cs typeface="Trebuchet MS"/>
              </a:rPr>
              <a:t>нём.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204">
                <a:latin typeface="Trebuchet MS"/>
                <a:cs typeface="Trebuchet MS"/>
              </a:rPr>
              <a:t>В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55">
                <a:latin typeface="Trebuchet MS"/>
                <a:cs typeface="Trebuchet MS"/>
              </a:rPr>
              <a:t>конце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60">
                <a:latin typeface="Trebuchet MS"/>
                <a:cs typeface="Trebuchet MS"/>
              </a:rPr>
              <a:t>работы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55">
                <a:latin typeface="Trebuchet MS"/>
                <a:cs typeface="Trebuchet MS"/>
              </a:rPr>
              <a:t>клиент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70">
                <a:latin typeface="Trebuchet MS"/>
                <a:cs typeface="Trebuchet MS"/>
              </a:rPr>
              <a:t>выходит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40">
                <a:latin typeface="Trebuchet MS"/>
                <a:cs typeface="Trebuchet MS"/>
              </a:rPr>
              <a:t>из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45">
                <a:latin typeface="Trebuchet MS"/>
                <a:cs typeface="Trebuchet MS"/>
              </a:rPr>
              <a:t>системы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25">
                <a:latin typeface="Trebuchet MS"/>
                <a:cs typeface="Trebuchet MS"/>
              </a:rPr>
              <a:t>АТМ</a:t>
            </a:r>
            <a:r>
              <a:rPr dirty="0" sz="1650" spc="45">
                <a:latin typeface="Trebuchet MS"/>
                <a:cs typeface="Trebuchet MS"/>
              </a:rPr>
              <a:t> </a:t>
            </a:r>
            <a:r>
              <a:rPr dirty="0" sz="1650" spc="100">
                <a:latin typeface="Trebuchet MS"/>
                <a:cs typeface="Trebuchet MS"/>
              </a:rPr>
              <a:t>и </a:t>
            </a:r>
            <a:r>
              <a:rPr dirty="0" sz="1650" spc="160">
                <a:latin typeface="Trebuchet MS"/>
                <a:cs typeface="Trebuchet MS"/>
              </a:rPr>
              <a:t>банкомат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85">
                <a:latin typeface="Trebuchet MS"/>
                <a:cs typeface="Trebuchet MS"/>
              </a:rPr>
              <a:t>ожидает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65">
                <a:latin typeface="Trebuchet MS"/>
                <a:cs typeface="Trebuchet MS"/>
              </a:rPr>
              <a:t>следующего</a:t>
            </a:r>
            <a:r>
              <a:rPr dirty="0" sz="1650" spc="50">
                <a:latin typeface="Trebuchet MS"/>
                <a:cs typeface="Trebuchet MS"/>
              </a:rPr>
              <a:t> </a:t>
            </a:r>
            <a:r>
              <a:rPr dirty="0" sz="1650" spc="120">
                <a:latin typeface="Trebuchet MS"/>
                <a:cs typeface="Trebuchet MS"/>
              </a:rPr>
              <a:t>клиента.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685799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0" y="0"/>
                </a:moveTo>
                <a:lnTo>
                  <a:pt x="12191984" y="0"/>
                </a:lnTo>
              </a:path>
            </a:pathLst>
          </a:custGeom>
          <a:ln w="107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128" y="507578"/>
            <a:ext cx="4613314" cy="59449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63062" y="1058092"/>
            <a:ext cx="4825365" cy="31813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235"/>
              <a:t>Возможности</a:t>
            </a:r>
            <a:r>
              <a:rPr dirty="0" spc="114"/>
              <a:t> </a:t>
            </a:r>
            <a:r>
              <a:rPr dirty="0" spc="240"/>
              <a:t>улучшения</a:t>
            </a:r>
            <a:r>
              <a:rPr dirty="0" spc="114"/>
              <a:t> </a:t>
            </a:r>
            <a:r>
              <a:rPr dirty="0" spc="220"/>
              <a:t>проекта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4100"/>
              </a:lnSpc>
              <a:spcBef>
                <a:spcPts val="100"/>
              </a:spcBef>
            </a:pPr>
            <a:r>
              <a:rPr dirty="0" spc="125"/>
              <a:t>Интеграция</a:t>
            </a:r>
            <a:r>
              <a:rPr dirty="0" spc="20"/>
              <a:t> </a:t>
            </a:r>
            <a:r>
              <a:rPr dirty="0" spc="65"/>
              <a:t>с</a:t>
            </a:r>
            <a:r>
              <a:rPr dirty="0" spc="25"/>
              <a:t> </a:t>
            </a:r>
            <a:r>
              <a:rPr dirty="0" spc="114"/>
              <a:t>передовыми</a:t>
            </a:r>
            <a:r>
              <a:rPr dirty="0" spc="25"/>
              <a:t> </a:t>
            </a:r>
            <a:r>
              <a:rPr dirty="0" spc="105"/>
              <a:t>системами</a:t>
            </a:r>
            <a:r>
              <a:rPr dirty="0" spc="25"/>
              <a:t> </a:t>
            </a:r>
            <a:r>
              <a:rPr dirty="0" spc="105"/>
              <a:t>распознавания личности</a:t>
            </a:r>
            <a:r>
              <a:rPr dirty="0" spc="35"/>
              <a:t> </a:t>
            </a:r>
            <a:r>
              <a:rPr dirty="0" spc="105"/>
              <a:t>и</a:t>
            </a:r>
            <a:r>
              <a:rPr dirty="0" spc="35"/>
              <a:t> </a:t>
            </a:r>
            <a:r>
              <a:rPr dirty="0" spc="105"/>
              <a:t>биометрии</a:t>
            </a:r>
            <a:r>
              <a:rPr dirty="0" spc="40"/>
              <a:t> </a:t>
            </a:r>
            <a:r>
              <a:rPr dirty="0" spc="114"/>
              <a:t>повысит</a:t>
            </a:r>
            <a:r>
              <a:rPr dirty="0" spc="35"/>
              <a:t> </a:t>
            </a:r>
            <a:r>
              <a:rPr dirty="0" spc="100"/>
              <a:t>уровень</a:t>
            </a:r>
            <a:r>
              <a:rPr dirty="0" spc="35"/>
              <a:t> </a:t>
            </a:r>
            <a:r>
              <a:rPr dirty="0" spc="95"/>
              <a:t>безопасности </a:t>
            </a:r>
            <a:r>
              <a:rPr dirty="0" spc="120"/>
              <a:t>транзакций</a:t>
            </a:r>
            <a:r>
              <a:rPr dirty="0" spc="35"/>
              <a:t> </a:t>
            </a:r>
            <a:r>
              <a:rPr dirty="0" spc="105"/>
              <a:t>и</a:t>
            </a:r>
            <a:r>
              <a:rPr dirty="0" spc="35"/>
              <a:t> </a:t>
            </a:r>
            <a:r>
              <a:rPr dirty="0" spc="114"/>
              <a:t>сократит</a:t>
            </a:r>
            <a:r>
              <a:rPr dirty="0" spc="35"/>
              <a:t> </a:t>
            </a:r>
            <a:r>
              <a:rPr dirty="0" spc="95"/>
              <a:t>время</a:t>
            </a:r>
            <a:r>
              <a:rPr dirty="0" spc="35"/>
              <a:t> </a:t>
            </a:r>
            <a:r>
              <a:rPr dirty="0" spc="125"/>
              <a:t>на</a:t>
            </a:r>
            <a:r>
              <a:rPr dirty="0" spc="35"/>
              <a:t> </a:t>
            </a:r>
            <a:r>
              <a:rPr dirty="0" spc="114"/>
              <a:t>идентификацию </a:t>
            </a:r>
            <a:r>
              <a:rPr dirty="0" spc="85"/>
              <a:t>клиентов.</a:t>
            </a:r>
            <a:r>
              <a:rPr dirty="0" spc="35"/>
              <a:t> </a:t>
            </a:r>
            <a:r>
              <a:rPr dirty="0" spc="95"/>
              <a:t>Кроме</a:t>
            </a:r>
            <a:r>
              <a:rPr dirty="0" spc="40"/>
              <a:t> </a:t>
            </a:r>
            <a:r>
              <a:rPr dirty="0" spc="85"/>
              <a:t>того,</a:t>
            </a:r>
            <a:r>
              <a:rPr dirty="0" spc="40"/>
              <a:t> </a:t>
            </a:r>
            <a:r>
              <a:rPr dirty="0" spc="114"/>
              <a:t>реализация</a:t>
            </a:r>
            <a:r>
              <a:rPr dirty="0" spc="40"/>
              <a:t> </a:t>
            </a:r>
            <a:r>
              <a:rPr dirty="0" spc="120"/>
              <a:t>печати</a:t>
            </a:r>
            <a:r>
              <a:rPr dirty="0" spc="40"/>
              <a:t> </a:t>
            </a:r>
            <a:r>
              <a:rPr dirty="0" spc="85"/>
              <a:t>чеков</a:t>
            </a:r>
            <a:r>
              <a:rPr dirty="0" spc="40"/>
              <a:t> </a:t>
            </a:r>
            <a:r>
              <a:rPr dirty="0" spc="55"/>
              <a:t>и </a:t>
            </a:r>
            <a:r>
              <a:rPr dirty="0" spc="105"/>
              <a:t>сохранения</a:t>
            </a:r>
            <a:r>
              <a:rPr dirty="0" spc="40"/>
              <a:t> </a:t>
            </a:r>
            <a:r>
              <a:rPr dirty="0" spc="105"/>
              <a:t>их</a:t>
            </a:r>
            <a:r>
              <a:rPr dirty="0" spc="40"/>
              <a:t> </a:t>
            </a:r>
            <a:r>
              <a:rPr dirty="0" spc="95"/>
              <a:t>в</a:t>
            </a:r>
            <a:r>
              <a:rPr dirty="0" spc="40"/>
              <a:t> </a:t>
            </a:r>
            <a:r>
              <a:rPr dirty="0" spc="110"/>
              <a:t>базу</a:t>
            </a:r>
            <a:r>
              <a:rPr dirty="0" spc="40"/>
              <a:t> </a:t>
            </a:r>
            <a:r>
              <a:rPr dirty="0" spc="130"/>
              <a:t>данных</a:t>
            </a:r>
            <a:r>
              <a:rPr dirty="0" spc="40"/>
              <a:t> </a:t>
            </a:r>
            <a:r>
              <a:rPr dirty="0" spc="110"/>
              <a:t>позволит</a:t>
            </a:r>
            <a:r>
              <a:rPr dirty="0" spc="45"/>
              <a:t> </a:t>
            </a:r>
            <a:r>
              <a:rPr dirty="0" spc="110"/>
              <a:t>организовать</a:t>
            </a:r>
            <a:r>
              <a:rPr dirty="0" spc="40"/>
              <a:t> </a:t>
            </a:r>
            <a:r>
              <a:rPr dirty="0" spc="55"/>
              <a:t>лог- </a:t>
            </a:r>
            <a:r>
              <a:rPr dirty="0" spc="100"/>
              <a:t>систему</a:t>
            </a:r>
            <a:r>
              <a:rPr dirty="0" spc="30"/>
              <a:t> </a:t>
            </a:r>
            <a:r>
              <a:rPr dirty="0" spc="90"/>
              <a:t>всех</a:t>
            </a:r>
            <a:r>
              <a:rPr dirty="0" spc="30"/>
              <a:t> </a:t>
            </a:r>
            <a:r>
              <a:rPr dirty="0" spc="114"/>
              <a:t>операций</a:t>
            </a:r>
            <a:r>
              <a:rPr dirty="0" spc="30"/>
              <a:t> </a:t>
            </a:r>
            <a:r>
              <a:rPr dirty="0" spc="120"/>
              <a:t>для</a:t>
            </a:r>
            <a:r>
              <a:rPr dirty="0" spc="30"/>
              <a:t> </a:t>
            </a:r>
            <a:r>
              <a:rPr dirty="0" spc="105"/>
              <a:t>их</a:t>
            </a:r>
            <a:r>
              <a:rPr dirty="0" spc="30"/>
              <a:t> </a:t>
            </a:r>
            <a:r>
              <a:rPr dirty="0" spc="105"/>
              <a:t>отслеживания </a:t>
            </a:r>
            <a:r>
              <a:rPr dirty="0" spc="110"/>
              <a:t>работниками</a:t>
            </a:r>
            <a:r>
              <a:rPr dirty="0" spc="35"/>
              <a:t> </a:t>
            </a:r>
            <a:r>
              <a:rPr dirty="0" spc="70"/>
              <a:t>банка.</a:t>
            </a:r>
          </a:p>
          <a:p>
            <a:pPr>
              <a:lnSpc>
                <a:spcPct val="100000"/>
              </a:lnSpc>
              <a:spcBef>
                <a:spcPts val="580"/>
              </a:spcBef>
            </a:pPr>
          </a:p>
          <a:p>
            <a:pPr algn="just" marL="12700" marR="938530">
              <a:lnSpc>
                <a:spcPct val="124100"/>
              </a:lnSpc>
            </a:pPr>
            <a:r>
              <a:rPr dirty="0" spc="105"/>
              <a:t>Также</a:t>
            </a:r>
            <a:r>
              <a:rPr dirty="0" spc="35"/>
              <a:t> </a:t>
            </a:r>
            <a:r>
              <a:rPr dirty="0" spc="114"/>
              <a:t>возможно</a:t>
            </a:r>
            <a:r>
              <a:rPr dirty="0" spc="40"/>
              <a:t> </a:t>
            </a:r>
            <a:r>
              <a:rPr dirty="0" spc="105"/>
              <a:t>улучшение</a:t>
            </a:r>
            <a:r>
              <a:rPr dirty="0" spc="40"/>
              <a:t> </a:t>
            </a:r>
            <a:r>
              <a:rPr dirty="0" spc="100"/>
              <a:t>пользовательского </a:t>
            </a:r>
            <a:r>
              <a:rPr dirty="0" spc="105"/>
              <a:t>интерфейса</a:t>
            </a:r>
            <a:r>
              <a:rPr dirty="0" spc="35"/>
              <a:t> </a:t>
            </a:r>
            <a:r>
              <a:rPr dirty="0" spc="65"/>
              <a:t>с</a:t>
            </a:r>
            <a:r>
              <a:rPr dirty="0" spc="40"/>
              <a:t> </a:t>
            </a:r>
            <a:r>
              <a:rPr dirty="0" spc="130"/>
              <a:t>помощью</a:t>
            </a:r>
            <a:r>
              <a:rPr dirty="0" spc="35"/>
              <a:t> </a:t>
            </a:r>
            <a:r>
              <a:rPr dirty="0" spc="110"/>
              <a:t>разработки</a:t>
            </a:r>
            <a:r>
              <a:rPr dirty="0" spc="40"/>
              <a:t> </a:t>
            </a:r>
            <a:r>
              <a:rPr dirty="0" spc="110"/>
              <a:t>интуитивно </a:t>
            </a:r>
            <a:r>
              <a:rPr dirty="0" spc="125"/>
              <a:t>понятных</a:t>
            </a:r>
            <a:r>
              <a:rPr dirty="0" spc="35"/>
              <a:t> </a:t>
            </a:r>
            <a:r>
              <a:rPr dirty="0" spc="105"/>
              <a:t>и</a:t>
            </a:r>
            <a:r>
              <a:rPr dirty="0" spc="35"/>
              <a:t> </a:t>
            </a:r>
            <a:r>
              <a:rPr dirty="0" spc="130"/>
              <a:t>адаптивных</a:t>
            </a:r>
            <a:r>
              <a:rPr dirty="0" spc="40"/>
              <a:t> </a:t>
            </a:r>
            <a:r>
              <a:rPr dirty="0" spc="100"/>
              <a:t>экранов</a:t>
            </a:r>
            <a:r>
              <a:rPr dirty="0" spc="35"/>
              <a:t> </a:t>
            </a:r>
            <a:r>
              <a:rPr dirty="0" spc="120"/>
              <a:t>для</a:t>
            </a:r>
            <a:r>
              <a:rPr dirty="0" spc="35"/>
              <a:t> </a:t>
            </a:r>
            <a:r>
              <a:rPr dirty="0" spc="100"/>
              <a:t>различных </a:t>
            </a:r>
            <a:r>
              <a:rPr dirty="0" spc="80"/>
              <a:t>устройств.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0" y="685799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0" y="0"/>
                </a:moveTo>
                <a:lnTo>
                  <a:pt x="12191984" y="0"/>
                </a:lnTo>
              </a:path>
            </a:pathLst>
          </a:custGeom>
          <a:ln w="107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1824" y="5259330"/>
            <a:ext cx="469709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325" b="1">
                <a:latin typeface="Trebuchet MS"/>
                <a:cs typeface="Trebuchet MS"/>
              </a:rPr>
              <a:t>Спасибо</a:t>
            </a:r>
            <a:r>
              <a:rPr dirty="0" sz="2850" spc="145" b="1">
                <a:latin typeface="Trebuchet MS"/>
                <a:cs typeface="Trebuchet MS"/>
              </a:rPr>
              <a:t> </a:t>
            </a:r>
            <a:r>
              <a:rPr dirty="0" sz="2850" spc="345" b="1">
                <a:latin typeface="Trebuchet MS"/>
                <a:cs typeface="Trebuchet MS"/>
              </a:rPr>
              <a:t>за</a:t>
            </a:r>
            <a:r>
              <a:rPr dirty="0" sz="2850" spc="145" b="1">
                <a:latin typeface="Trebuchet MS"/>
                <a:cs typeface="Trebuchet MS"/>
              </a:rPr>
              <a:t> </a:t>
            </a:r>
            <a:r>
              <a:rPr dirty="0" sz="2850" spc="275" b="1">
                <a:latin typeface="Trebuchet MS"/>
                <a:cs typeface="Trebuchet MS"/>
              </a:rPr>
              <a:t>внимание!</a:t>
            </a:r>
            <a:endParaRPr sz="28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0" y="685799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0" y="0"/>
                </a:moveTo>
                <a:lnTo>
                  <a:pt x="12191984" y="0"/>
                </a:lnTo>
              </a:path>
            </a:pathLst>
          </a:custGeom>
          <a:ln w="107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2026-03-09T12:02:40Z</dcterms:created>
  <dcterms:modified xsi:type="dcterms:W3CDTF">2026-03-09T12:02:40Z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2026-03-09T00:00:00Z</vt:filetime>
  </property>
  <property fmtid="{D5CDD505-2E9C-101B-9397-08002B2CF9AE}" pid="3" name="LastSaved">
    <vt:filetime>2026-03-09T00:00:00Z</vt:filetime>
  </property>
  <property fmtid="{D5CDD505-2E9C-101B-9397-08002B2CF9AE}" pid="4" name="Producer">
    <vt:lpwstr>TCPDF 6.10.0 (http://www.tcpdf.org)</vt:lpwstr>
  </property>
</Properties>
</file>